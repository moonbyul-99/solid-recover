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10032-15FB-691D-31FD-A82E65BF1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0081F8-BB11-34D7-458B-6A7D88A0A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12769-81AD-B6E3-09D0-AA3D817CC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10CC7-614C-8638-0E36-23B1FA899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C304C4-774A-6DB2-B8CB-CA1EF9DA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62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173D43-3A21-285B-EC52-E25957D3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80F51F-8172-26FC-7EB5-63ACE86C1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C5B3AE-9C94-CBBD-CE2E-036A23F2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E55E5-D971-66EF-5C3D-D48B6E49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0AF9F-606A-0842-00A1-B79294D3F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65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5ECF9-273B-E50D-57F7-2221F847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FEDDA9-4149-D22F-91DC-E10E3DC4B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16BD0-0D04-6A7E-B9D7-9A395176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93A95-F876-258A-8351-3C91BAA9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E16CE0-49E7-3DB2-59A5-A2F4AA22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03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E0E2BE-6081-0B08-6BC9-9AFED7562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78BCD-2960-4BAC-0328-355F1D401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C31634-D794-1F13-67FA-C2CE2DBA4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0354BD-3AA9-9CC8-ABA0-D63D53C2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21D81C-31E8-FA2E-679A-E9B1744D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1A7830-E82B-6F8A-988A-70CAE24C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584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0BD59-8655-F56A-569A-77BEBC2FD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244771-6CE1-765A-3E74-0FABE8373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AD88BD-A900-DEAD-EE84-F2B3A4F5C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61A4EF-9DFD-DD83-D601-B15A73FDE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F12C8-C45A-B768-60D6-D9EC3B488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3219F0-95A5-7359-8B53-6F533FA8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774D82-7815-DCB5-4980-8CF9801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52F7BC-9A38-B8C6-8DE8-E3728778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5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A0B73-71A3-828D-0C60-B356C19F5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46BFEA-F821-58F3-0F83-998BC6DF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2D527E-AB09-09EB-FF71-2A40385F8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7BAE9E-C3FC-A98D-2B0A-0DA5C49E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111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D23D9C-4115-FF69-1BAC-1BA85114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2B1524-C01E-686A-3400-B60AD0C71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954325-7377-26FA-0146-7A4F9458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75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5150A-B757-B8A1-A1A3-CD538CCA7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F2BD6C-AC41-E4F8-D68A-7501771C9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75F429-7C45-0080-753B-15BFC606A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7F39F7-0747-7ED0-B86D-12B2AC0F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C8033E-8FE8-3CD9-887A-B09889884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2D76D8-B3D5-6EA9-EF18-66DADAB5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96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1B83C-4A71-3FC0-1073-B2934396C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83D40D-633C-2712-8302-34109D2CD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98ACF0-82FC-5145-3D70-8835B41A9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69F371-BE3C-1896-D583-749319ED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EAC450-45A7-0C23-39F9-4077B99C5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826AA0-4C4A-2DBA-3CE7-5E853B88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47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7A87E-0C21-EB39-159A-E19F0D28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FEC080-3D91-E8EE-79DB-8B3B91915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072DD-8359-7306-BC21-8FDF60490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175713-5B24-6C69-3CA9-6DE297A8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927E1E-E4F2-95E9-A6BA-0C620B43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251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DE0417-00B9-4187-A8D6-C841B3964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D9273C-6B44-2B89-122D-1B0A3C841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DA184-A61D-0F1E-EE33-AD2AC010C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99984D-25E3-FD0F-F534-DD5C431A9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339647-200A-9861-E07C-1BDEDD7D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47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A35889-7383-6C3A-484A-8560F481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A928C3-E2EE-D313-BD78-E5CDFE7C3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3D4C5C-E963-90D3-E6B2-3E702D603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81BA7-28FB-4C82-9C2D-B259F6EB35FC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88A88-705C-12EA-6F03-6C233550F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CA6974-9D09-E108-4F12-4DB50CC9B0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05D9CB-725E-40C6-80CE-051B098D74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07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F8E2A8B-255D-78BE-48C7-FC2F5D1CF234}"/>
              </a:ext>
            </a:extLst>
          </p:cNvPr>
          <p:cNvSpPr/>
          <p:nvPr/>
        </p:nvSpPr>
        <p:spPr>
          <a:xfrm>
            <a:off x="2425444" y="993871"/>
            <a:ext cx="6265788" cy="4308112"/>
          </a:xfrm>
          <a:prstGeom prst="rect">
            <a:avLst/>
          </a:prstGeom>
          <a:solidFill>
            <a:schemeClr val="bg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5FB87C-C96C-EB8D-1CFA-2FC618D32B2D}"/>
              </a:ext>
            </a:extLst>
          </p:cNvPr>
          <p:cNvSpPr/>
          <p:nvPr/>
        </p:nvSpPr>
        <p:spPr>
          <a:xfrm>
            <a:off x="2902397" y="1614720"/>
            <a:ext cx="165697" cy="75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E2BCA-7FC1-206E-436F-A1904AAC7858}"/>
              </a:ext>
            </a:extLst>
          </p:cNvPr>
          <p:cNvSpPr/>
          <p:nvPr/>
        </p:nvSpPr>
        <p:spPr>
          <a:xfrm>
            <a:off x="2922534" y="3803554"/>
            <a:ext cx="165697" cy="7548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E1A964-7F43-ACE9-3212-61010B46F11A}"/>
              </a:ext>
            </a:extLst>
          </p:cNvPr>
          <p:cNvSpPr/>
          <p:nvPr/>
        </p:nvSpPr>
        <p:spPr>
          <a:xfrm>
            <a:off x="5193192" y="1151384"/>
            <a:ext cx="115578" cy="48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1E22AD-DE83-5452-3F10-6A7A2A77D4AD}"/>
              </a:ext>
            </a:extLst>
          </p:cNvPr>
          <p:cNvSpPr/>
          <p:nvPr/>
        </p:nvSpPr>
        <p:spPr>
          <a:xfrm>
            <a:off x="5193192" y="2316374"/>
            <a:ext cx="115578" cy="48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E07BBC-8260-E21E-CFE0-4C845593039F}"/>
              </a:ext>
            </a:extLst>
          </p:cNvPr>
          <p:cNvSpPr/>
          <p:nvPr/>
        </p:nvSpPr>
        <p:spPr>
          <a:xfrm>
            <a:off x="5193192" y="3322829"/>
            <a:ext cx="115578" cy="4807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B61BA6-8E10-24C1-3B07-A04FBCA70A04}"/>
              </a:ext>
            </a:extLst>
          </p:cNvPr>
          <p:cNvSpPr/>
          <p:nvPr/>
        </p:nvSpPr>
        <p:spPr>
          <a:xfrm>
            <a:off x="5193192" y="4698521"/>
            <a:ext cx="115578" cy="4807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BDD048-7916-3F67-0A24-F66BDDA38706}"/>
              </a:ext>
            </a:extLst>
          </p:cNvPr>
          <p:cNvSpPr/>
          <p:nvPr/>
        </p:nvSpPr>
        <p:spPr>
          <a:xfrm>
            <a:off x="7993669" y="1151384"/>
            <a:ext cx="165697" cy="75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499948-6B1E-A48C-F9A0-A7C5434DF031}"/>
              </a:ext>
            </a:extLst>
          </p:cNvPr>
          <p:cNvSpPr/>
          <p:nvPr/>
        </p:nvSpPr>
        <p:spPr>
          <a:xfrm>
            <a:off x="7993668" y="2179316"/>
            <a:ext cx="165697" cy="75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E17A8E-2953-7C30-7CD7-8B38B089196E}"/>
              </a:ext>
            </a:extLst>
          </p:cNvPr>
          <p:cNvSpPr/>
          <p:nvPr/>
        </p:nvSpPr>
        <p:spPr>
          <a:xfrm>
            <a:off x="7993667" y="3364761"/>
            <a:ext cx="165697" cy="7548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CE4FAC-7980-32AA-4984-63DF20827CC5}"/>
              </a:ext>
            </a:extLst>
          </p:cNvPr>
          <p:cNvSpPr/>
          <p:nvPr/>
        </p:nvSpPr>
        <p:spPr>
          <a:xfrm>
            <a:off x="7993667" y="4424406"/>
            <a:ext cx="165697" cy="7548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4">
            <a:extLst>
              <a:ext uri="{FF2B5EF4-FFF2-40B4-BE49-F238E27FC236}">
                <a16:creationId xmlns:a16="http://schemas.microsoft.com/office/drawing/2014/main" id="{422323D1-4681-B3FD-FABE-99D87AE1F191}"/>
              </a:ext>
            </a:extLst>
          </p:cNvPr>
          <p:cNvSpPr/>
          <p:nvPr/>
        </p:nvSpPr>
        <p:spPr>
          <a:xfrm rot="5400000">
            <a:off x="3595676" y="1555907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1F91A8-8F7C-16DC-1201-D3A4D63BBAB0}"/>
              </a:ext>
            </a:extLst>
          </p:cNvPr>
          <p:cNvSpPr/>
          <p:nvPr/>
        </p:nvSpPr>
        <p:spPr>
          <a:xfrm>
            <a:off x="5558338" y="1740524"/>
            <a:ext cx="115578" cy="4807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CD37C4-494C-B199-8C4D-1D03478CA35A}"/>
              </a:ext>
            </a:extLst>
          </p:cNvPr>
          <p:cNvSpPr/>
          <p:nvPr/>
        </p:nvSpPr>
        <p:spPr>
          <a:xfrm>
            <a:off x="5558338" y="4077669"/>
            <a:ext cx="115578" cy="48072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梯形 17">
            <a:extLst>
              <a:ext uri="{FF2B5EF4-FFF2-40B4-BE49-F238E27FC236}">
                <a16:creationId xmlns:a16="http://schemas.microsoft.com/office/drawing/2014/main" id="{3C38403A-79A7-0D93-BF60-90FE90508E79}"/>
              </a:ext>
            </a:extLst>
          </p:cNvPr>
          <p:cNvSpPr/>
          <p:nvPr/>
        </p:nvSpPr>
        <p:spPr>
          <a:xfrm rot="5400000">
            <a:off x="3595675" y="3918622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梯形 18">
            <a:extLst>
              <a:ext uri="{FF2B5EF4-FFF2-40B4-BE49-F238E27FC236}">
                <a16:creationId xmlns:a16="http://schemas.microsoft.com/office/drawing/2014/main" id="{31A31DA9-C38C-6F3C-30EA-59142750BA0A}"/>
              </a:ext>
            </a:extLst>
          </p:cNvPr>
          <p:cNvSpPr/>
          <p:nvPr/>
        </p:nvSpPr>
        <p:spPr>
          <a:xfrm rot="16200000">
            <a:off x="6277379" y="3918622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梯形 19">
            <a:extLst>
              <a:ext uri="{FF2B5EF4-FFF2-40B4-BE49-F238E27FC236}">
                <a16:creationId xmlns:a16="http://schemas.microsoft.com/office/drawing/2014/main" id="{BC372AB6-0965-8C03-2FF3-E89A68968280}"/>
              </a:ext>
            </a:extLst>
          </p:cNvPr>
          <p:cNvSpPr/>
          <p:nvPr/>
        </p:nvSpPr>
        <p:spPr>
          <a:xfrm rot="16200000">
            <a:off x="6363424" y="1555907"/>
            <a:ext cx="1080097" cy="849961"/>
          </a:xfrm>
          <a:prstGeom prst="trapezoid">
            <a:avLst>
              <a:gd name="adj" fmla="val 437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24E9BDC-9AD5-C075-4643-C31B58A61355}"/>
              </a:ext>
            </a:extLst>
          </p:cNvPr>
          <p:cNvCxnSpPr>
            <a:cxnSpLocks/>
          </p:cNvCxnSpPr>
          <p:nvPr/>
        </p:nvCxnSpPr>
        <p:spPr>
          <a:xfrm>
            <a:off x="3088230" y="1972703"/>
            <a:ext cx="6225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F44B7A1-0A34-CD64-5513-92A884FF93BA}"/>
              </a:ext>
            </a:extLst>
          </p:cNvPr>
          <p:cNvCxnSpPr>
            <a:cxnSpLocks/>
          </p:cNvCxnSpPr>
          <p:nvPr/>
        </p:nvCxnSpPr>
        <p:spPr>
          <a:xfrm>
            <a:off x="3088229" y="4234667"/>
            <a:ext cx="6225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AEC1255C-39B7-1FB6-97EA-7FB5699D7EE4}"/>
              </a:ext>
            </a:extLst>
          </p:cNvPr>
          <p:cNvCxnSpPr>
            <a:cxnSpLocks/>
          </p:cNvCxnSpPr>
          <p:nvPr/>
        </p:nvCxnSpPr>
        <p:spPr>
          <a:xfrm flipV="1">
            <a:off x="4570679" y="1440839"/>
            <a:ext cx="579555" cy="5175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42083AC-A28C-072A-744C-6B3EC1C9D544}"/>
              </a:ext>
            </a:extLst>
          </p:cNvPr>
          <p:cNvCxnSpPr>
            <a:cxnSpLocks/>
          </p:cNvCxnSpPr>
          <p:nvPr/>
        </p:nvCxnSpPr>
        <p:spPr>
          <a:xfrm>
            <a:off x="4549199" y="1992140"/>
            <a:ext cx="643993" cy="5287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B6E74B7-C401-6709-059B-EDB457679AB3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559938" y="3563192"/>
            <a:ext cx="633254" cy="6878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707AC07-BD22-E122-F066-D25741597D1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570679" y="4395762"/>
            <a:ext cx="622513" cy="5431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AF7D376-0700-0B88-6136-AE080C1EB917}"/>
              </a:ext>
            </a:extLst>
          </p:cNvPr>
          <p:cNvCxnSpPr>
            <a:cxnSpLocks/>
            <a:endCxn id="20" idx="0"/>
          </p:cNvCxnSpPr>
          <p:nvPr/>
        </p:nvCxnSpPr>
        <p:spPr>
          <a:xfrm flipV="1">
            <a:off x="5673916" y="1980887"/>
            <a:ext cx="804576" cy="1125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1D7D1A3-EECB-008A-2D73-414994CCA5B7}"/>
              </a:ext>
            </a:extLst>
          </p:cNvPr>
          <p:cNvCxnSpPr>
            <a:cxnSpLocks/>
          </p:cNvCxnSpPr>
          <p:nvPr/>
        </p:nvCxnSpPr>
        <p:spPr>
          <a:xfrm>
            <a:off x="5673916" y="4318031"/>
            <a:ext cx="71853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EC76D33-F1AC-5AC7-D2FD-DE6F8BDE7050}"/>
              </a:ext>
            </a:extLst>
          </p:cNvPr>
          <p:cNvCxnSpPr>
            <a:cxnSpLocks/>
            <a:endCxn id="20" idx="0"/>
          </p:cNvCxnSpPr>
          <p:nvPr/>
        </p:nvCxnSpPr>
        <p:spPr>
          <a:xfrm flipV="1">
            <a:off x="5673915" y="1980887"/>
            <a:ext cx="804577" cy="2337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33BD584-A2DB-E772-019F-78A56A5500D0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673916" y="1980887"/>
            <a:ext cx="688998" cy="2362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45130191-4A13-94E2-091A-5845346F72D7}"/>
              </a:ext>
            </a:extLst>
          </p:cNvPr>
          <p:cNvCxnSpPr>
            <a:cxnSpLocks/>
          </p:cNvCxnSpPr>
          <p:nvPr/>
        </p:nvCxnSpPr>
        <p:spPr>
          <a:xfrm flipV="1">
            <a:off x="7354788" y="1528804"/>
            <a:ext cx="638879" cy="4633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46847AC-E362-C5CD-6DBB-5CBF4EBD772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354788" y="2005434"/>
            <a:ext cx="638880" cy="5513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7D854C-CB4B-3A23-0C02-A6577E1096D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242408" y="3742181"/>
            <a:ext cx="751259" cy="601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56BA8372-5D7B-2E43-421A-CB45765E7E3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242408" y="4349228"/>
            <a:ext cx="751259" cy="452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2B21E860-B88F-AE8D-231C-263D0CBE6474}"/>
              </a:ext>
            </a:extLst>
          </p:cNvPr>
          <p:cNvSpPr txBox="1"/>
          <p:nvPr/>
        </p:nvSpPr>
        <p:spPr>
          <a:xfrm>
            <a:off x="2713879" y="1151384"/>
            <a:ext cx="177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SR framework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66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2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Sun</dc:creator>
  <cp:lastModifiedBy>Rui Sun</cp:lastModifiedBy>
  <cp:revision>1</cp:revision>
  <dcterms:created xsi:type="dcterms:W3CDTF">2025-10-17T03:54:59Z</dcterms:created>
  <dcterms:modified xsi:type="dcterms:W3CDTF">2025-10-18T04:44:13Z</dcterms:modified>
</cp:coreProperties>
</file>
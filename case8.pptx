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WPS_1710083965</cp:lastModifiedBy>
  <cp:revision>3</cp:revision>
  <dcterms:created xsi:type="dcterms:W3CDTF">2025-07-23T00:59:00Z</dcterms:created>
  <dcterms:modified xsi:type="dcterms:W3CDTF">2025-11-04T12:35:40Z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1033-12.2.0.23131</vt:lpwstr>
  </property>
</Properties>
</file>
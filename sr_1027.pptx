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438D7-0910-AF54-90A5-2F3831F2DD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7140D9B-E917-477F-3FCF-8F040A466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765648-962C-CF69-00EF-B8F042B08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3FF4-C37D-4576-BB31-BC6146745BD8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FF4527-4CCC-B941-EAD3-A510857B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348C45-AD74-E403-9BC6-6F11039E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A5AAC-004C-40D3-8B49-CB473319C9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062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F4AD3A-0FBB-1EA2-4056-057CADE12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B21D17-7ACA-BEB7-721D-026D48E66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75A834-7D13-A2DE-FA25-544788C26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3FF4-C37D-4576-BB31-BC6146745BD8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CD2C85-B244-47D2-05E1-575FBF969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8F92A-C49B-3779-7EE9-D86A8DC7A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A5AAC-004C-40D3-8B49-CB473319C9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073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ECE69-4672-30FA-D606-5452C57A9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A2F588-8CD6-8F13-53B0-62FFF9264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99F383-8989-21E5-3372-9033370D9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3FF4-C37D-4576-BB31-BC6146745BD8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C68EB8-B451-CA85-349F-C70977A45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3EFF94-42ED-EA47-76DE-004DCF586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A5AAC-004C-40D3-8B49-CB473319C9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459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9EF40C-0172-D364-E726-8AB223800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E60DB5-4969-3637-02FC-19359E5054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A92C75-0940-397E-1575-7736AB86E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33425E-F0D0-45BB-A963-9DA77F8BC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3FF4-C37D-4576-BB31-BC6146745BD8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1D1C50-3984-81BF-C794-4317CBC7F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8C7051-C47E-EE28-26B5-77792DCB7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A5AAC-004C-40D3-8B49-CB473319C9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4047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6FD2FB-4477-F41C-5C83-BFD09AEF9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87E324-224E-C435-7E26-D66572A7A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EE9DB1-A174-4A2F-380A-22957A7F2D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347ED6-BAC3-F4CB-B252-A6022EEAD3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91E136C-962B-AFE8-5B3D-A369C2CE10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8773D2D-D3F5-3CFE-FBE0-40DAE082E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3FF4-C37D-4576-BB31-BC6146745BD8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A6039E0-E50D-9963-F98A-B7B8CAC7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57F4E75-4FAB-FB17-B2CB-B3DAF6A47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A5AAC-004C-40D3-8B49-CB473319C9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025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8F4CD4-CAF4-1CBF-EB53-C3563C893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A16EEC-3982-A252-4C48-F493C055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3FF4-C37D-4576-BB31-BC6146745BD8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ECB52A-8DFB-2FE1-D437-3DF402E0D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45FDFB-644F-E9B5-2BE4-17A36BB24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A5AAC-004C-40D3-8B49-CB473319C9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921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72C3F3-03CE-24B8-6AF0-AD9208B9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3FF4-C37D-4576-BB31-BC6146745BD8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12EA056-A255-2516-D5F3-A7CECB21B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F81E9B-E4BF-CA2D-3541-EC50F6A5B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A5AAC-004C-40D3-8B49-CB473319C9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739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AEDD98-8AA6-ADDA-BD3B-7DDDB1574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59CDBE-34B4-A226-54CD-5FB589E63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7CC68B-F8F8-287B-E689-337D6138D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ABCBE1-ABF2-45A1-AC5B-DE63B8DB6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3FF4-C37D-4576-BB31-BC6146745BD8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CE3CA1-C995-2A72-5EE9-822F3912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F58896-25D1-E900-A040-A971ED344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A5AAC-004C-40D3-8B49-CB473319C9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858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101978-5802-2EFE-3987-988124607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3DE45F7-CF25-9451-0D67-47502176DE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0D9E01-5E6C-9EA4-8BA5-5131018F6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6C274C-1047-E1CD-4475-B4AE0D69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3FF4-C37D-4576-BB31-BC6146745BD8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5BE0A9-BE71-FD6F-D134-6692958E5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F3432D-639B-5A7E-9279-EB2F71907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A5AAC-004C-40D3-8B49-CB473319C9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140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64D384-D1DE-4975-71E2-B5E82F137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1DE616-A956-6657-92AC-F3FFB7D1C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8CB323-AA42-1E5D-EF24-31983D3D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3FF4-C37D-4576-BB31-BC6146745BD8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3330F2-588C-6AB0-20FC-6D99EC44D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7D4C69-755A-4FB1-7460-A0D896AE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A5AAC-004C-40D3-8B49-CB473319C9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043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1FABC27-141D-60E2-49A2-C345AB56F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18E9B9-BDA2-C801-E16C-F711459394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41E114-4BFD-CBA2-E15F-50C274D9B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3FF4-C37D-4576-BB31-BC6146745BD8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782080-9E7A-20E9-E05A-B8E39EE8E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38B623-0E34-0ABA-EF02-C1780745F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A5AAC-004C-40D3-8B49-CB473319C9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007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5F3FF5A-066B-0047-FEB3-C3A5D6046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61CCD5-AEF0-9714-A082-FBA18E454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6B672B-7208-9E60-B6E2-C2EB24156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B3FF4-C37D-4576-BB31-BC6146745BD8}" type="datetimeFigureOut">
              <a:rPr lang="zh-CN" altLang="en-US" smtClean="0"/>
              <a:t>2025/11/2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38A69E-17F3-A358-94DA-CFB270271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60CF6D-7E97-25F3-7E5D-E0DAB7518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5A5AAC-004C-40D3-8B49-CB473319C9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610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A0B841-06F5-7CDF-85EF-84D4BB1B7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7" y="1122363"/>
            <a:ext cx="11674069" cy="2387600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Solid Recover: A Unified Framework for Multi-Omics Data Analysis</a:t>
            </a:r>
            <a:endParaRPr lang="zh-CN" altLang="en-US" sz="32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E16C57-9054-7838-9BB6-129A1DE844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132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C8D1C-599D-1835-E3E4-7F1EDD863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Fig 1. Method Overview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DDB947-C88A-4B50-53F1-F966DAA31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6001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D169E-EF76-2648-7450-D6C3E7C8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Fig 2. Cross modality retrieval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51947F3-B16D-3837-E669-DDA1C26B3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94" y="1690688"/>
            <a:ext cx="11935306" cy="5052261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655384B-6E2F-F61D-7DE0-E83B2139DB22}"/>
              </a:ext>
            </a:extLst>
          </p:cNvPr>
          <p:cNvSpPr txBox="1"/>
          <p:nvPr/>
        </p:nvSpPr>
        <p:spPr>
          <a:xfrm>
            <a:off x="199380" y="1690688"/>
            <a:ext cx="653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a</a:t>
            </a:r>
            <a:endParaRPr lang="zh-CN" altLang="en-US" sz="20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1B6774B-AC28-6994-9CEE-01EB830D745C}"/>
              </a:ext>
            </a:extLst>
          </p:cNvPr>
          <p:cNvSpPr txBox="1"/>
          <p:nvPr/>
        </p:nvSpPr>
        <p:spPr>
          <a:xfrm>
            <a:off x="8394605" y="365125"/>
            <a:ext cx="29591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Case 1: 10X </a:t>
            </a:r>
            <a:r>
              <a:rPr lang="zh-CN" altLang="en-US" dirty="0"/>
              <a:t>海马</a:t>
            </a:r>
            <a:endParaRPr lang="en-US" altLang="zh-CN" dirty="0"/>
          </a:p>
          <a:p>
            <a:r>
              <a:rPr lang="en-US" altLang="zh-CN" dirty="0"/>
              <a:t>Case2: </a:t>
            </a:r>
            <a:r>
              <a:rPr lang="zh-CN" altLang="en-US" dirty="0"/>
              <a:t>八个脑区</a:t>
            </a:r>
            <a:endParaRPr lang="en-US" altLang="zh-CN" dirty="0"/>
          </a:p>
          <a:p>
            <a:r>
              <a:rPr lang="en-US" altLang="zh-CN" dirty="0"/>
              <a:t>Case3: </a:t>
            </a:r>
            <a:r>
              <a:rPr lang="zh-CN" altLang="en-US" dirty="0"/>
              <a:t>八个脑区</a:t>
            </a:r>
            <a:r>
              <a:rPr lang="en-US" altLang="zh-CN" dirty="0"/>
              <a:t>+10X</a:t>
            </a:r>
            <a:r>
              <a:rPr lang="zh-CN" altLang="en-US" dirty="0"/>
              <a:t>海马</a:t>
            </a:r>
            <a:endParaRPr lang="en-US" altLang="zh-CN" dirty="0"/>
          </a:p>
          <a:p>
            <a:r>
              <a:rPr lang="en-US" altLang="zh-CN" dirty="0"/>
              <a:t>Case4: </a:t>
            </a:r>
            <a:r>
              <a:rPr lang="zh-CN" altLang="en-US" dirty="0"/>
              <a:t>八个脑区</a:t>
            </a:r>
            <a:r>
              <a:rPr lang="en-US" altLang="zh-CN" dirty="0">
                <a:sym typeface="Wingdings" panose="05000000000000000000" pitchFamily="2" charset="2"/>
              </a:rPr>
              <a:t> 10X</a:t>
            </a:r>
            <a:r>
              <a:rPr lang="zh-CN" altLang="en-US" dirty="0">
                <a:sym typeface="Wingdings" panose="05000000000000000000" pitchFamily="2" charset="2"/>
              </a:rPr>
              <a:t>海马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81960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0887C0A-BFB9-AD5E-A850-D0F8EE4F4E20}"/>
              </a:ext>
            </a:extLst>
          </p:cNvPr>
          <p:cNvSpPr txBox="1"/>
          <p:nvPr/>
        </p:nvSpPr>
        <p:spPr>
          <a:xfrm>
            <a:off x="838773" y="797522"/>
            <a:ext cx="8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b</a:t>
            </a:r>
            <a:endParaRPr lang="zh-CN" altLang="en-US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773DE76-3CEA-4EC5-455E-906B01B1E3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32" y="1403618"/>
            <a:ext cx="11058936" cy="492155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7D0D7F1-CF74-7EAC-D657-1655EDADA210}"/>
              </a:ext>
            </a:extLst>
          </p:cNvPr>
          <p:cNvSpPr txBox="1"/>
          <p:nvPr/>
        </p:nvSpPr>
        <p:spPr>
          <a:xfrm>
            <a:off x="3458220" y="4118238"/>
            <a:ext cx="2145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RNA UMAP with cell type annotation,</a:t>
            </a:r>
          </a:p>
          <a:p>
            <a:r>
              <a:rPr lang="en-US" altLang="zh-CN" dirty="0"/>
              <a:t>and ARI evaluation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76879A8-5DA6-E6EC-D950-54C3F17EC7FF}"/>
              </a:ext>
            </a:extLst>
          </p:cNvPr>
          <p:cNvSpPr txBox="1"/>
          <p:nvPr/>
        </p:nvSpPr>
        <p:spPr>
          <a:xfrm>
            <a:off x="2385690" y="625642"/>
            <a:ext cx="8896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Case 2: </a:t>
            </a:r>
            <a:r>
              <a:rPr lang="zh-CN" altLang="en-US" dirty="0"/>
              <a:t>单细胞多脑区多组学数据，</a:t>
            </a:r>
            <a:r>
              <a:rPr lang="en-US" altLang="zh-CN" dirty="0" err="1"/>
              <a:t>cobolt</a:t>
            </a:r>
            <a:r>
              <a:rPr lang="en-US" altLang="zh-CN" dirty="0"/>
              <a:t>, </a:t>
            </a:r>
            <a:r>
              <a:rPr lang="en-US" altLang="zh-CN" dirty="0" err="1"/>
              <a:t>multivi</a:t>
            </a:r>
            <a:r>
              <a:rPr lang="en-US" altLang="zh-CN" dirty="0"/>
              <a:t>, </a:t>
            </a:r>
            <a:r>
              <a:rPr lang="en-US" altLang="zh-CN" dirty="0" err="1"/>
              <a:t>scbutterfly</a:t>
            </a:r>
            <a:r>
              <a:rPr lang="en-US" altLang="zh-CN" dirty="0"/>
              <a:t>, </a:t>
            </a:r>
            <a:r>
              <a:rPr lang="en-US" altLang="zh-CN" dirty="0" err="1"/>
              <a:t>scpair</a:t>
            </a:r>
            <a:r>
              <a:rPr lang="en-US" altLang="zh-CN" dirty="0"/>
              <a:t>, </a:t>
            </a:r>
            <a:r>
              <a:rPr lang="en-US" altLang="zh-CN" dirty="0" err="1"/>
              <a:t>sr</a:t>
            </a:r>
            <a:r>
              <a:rPr lang="en-US" altLang="zh-CN" dirty="0"/>
              <a:t> </a:t>
            </a:r>
            <a:r>
              <a:rPr lang="zh-CN" altLang="en-US" dirty="0"/>
              <a:t>结果展示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8914D82-8593-D2CB-CC63-6BA5287D2694}"/>
              </a:ext>
            </a:extLst>
          </p:cNvPr>
          <p:cNvSpPr txBox="1"/>
          <p:nvPr/>
        </p:nvSpPr>
        <p:spPr>
          <a:xfrm>
            <a:off x="6017508" y="4118238"/>
            <a:ext cx="25352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ATAC UMAP with cell type annotation,</a:t>
            </a:r>
          </a:p>
          <a:p>
            <a:r>
              <a:rPr lang="en-US" altLang="zh-CN" dirty="0"/>
              <a:t>and ARI evaluation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B7074D-99B6-6789-9BA8-618245D67133}"/>
              </a:ext>
            </a:extLst>
          </p:cNvPr>
          <p:cNvSpPr txBox="1"/>
          <p:nvPr/>
        </p:nvSpPr>
        <p:spPr>
          <a:xfrm>
            <a:off x="8802345" y="4118238"/>
            <a:ext cx="30302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SR UMAP with cell type annotation,</a:t>
            </a:r>
          </a:p>
          <a:p>
            <a:r>
              <a:rPr lang="en-US" altLang="zh-CN" dirty="0"/>
              <a:t>and ARI evaluation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1257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C80F506-D86A-6454-ABEA-06B170062CB3}"/>
              </a:ext>
            </a:extLst>
          </p:cNvPr>
          <p:cNvSpPr txBox="1"/>
          <p:nvPr/>
        </p:nvSpPr>
        <p:spPr>
          <a:xfrm>
            <a:off x="275008" y="398761"/>
            <a:ext cx="1313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2F38C2-AA23-EE3F-8DD6-72416231A04A}"/>
              </a:ext>
            </a:extLst>
          </p:cNvPr>
          <p:cNvSpPr/>
          <p:nvPr/>
        </p:nvSpPr>
        <p:spPr>
          <a:xfrm>
            <a:off x="646267" y="1464415"/>
            <a:ext cx="9247128" cy="16362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BMMC</a:t>
            </a:r>
            <a:r>
              <a:rPr lang="zh-CN" altLang="en-US" dirty="0"/>
              <a:t>数据集上，</a:t>
            </a:r>
            <a:r>
              <a:rPr lang="en-US" altLang="zh-CN" dirty="0"/>
              <a:t>SR</a:t>
            </a:r>
            <a:r>
              <a:rPr lang="zh-CN" altLang="en-US" dirty="0"/>
              <a:t>生成的多组学</a:t>
            </a:r>
            <a:r>
              <a:rPr lang="en-US" altLang="zh-CN" dirty="0"/>
              <a:t>embedding </a:t>
            </a:r>
            <a:r>
              <a:rPr lang="zh-CN" altLang="en-US" dirty="0"/>
              <a:t>在</a:t>
            </a:r>
            <a:r>
              <a:rPr lang="en-US" altLang="zh-CN" dirty="0"/>
              <a:t>ARI, ASW</a:t>
            </a:r>
            <a:r>
              <a:rPr lang="zh-CN" altLang="en-US" dirty="0"/>
              <a:t>等指标上相较原始</a:t>
            </a:r>
            <a:r>
              <a:rPr lang="en-US" altLang="zh-CN" dirty="0"/>
              <a:t>RNA,ATAC</a:t>
            </a:r>
            <a:r>
              <a:rPr lang="zh-CN" altLang="en-US" dirty="0"/>
              <a:t>的</a:t>
            </a:r>
            <a:r>
              <a:rPr lang="en-US" altLang="zh-CN" dirty="0"/>
              <a:t>embedding </a:t>
            </a:r>
            <a:r>
              <a:rPr lang="zh-CN" altLang="en-US" dirty="0"/>
              <a:t>的提升，柱状图展示</a:t>
            </a:r>
          </a:p>
        </p:txBody>
      </p:sp>
    </p:spTree>
    <p:extLst>
      <p:ext uri="{BB962C8B-B14F-4D97-AF65-F5344CB8AC3E}">
        <p14:creationId xmlns:p14="http://schemas.microsoft.com/office/powerpoint/2010/main" val="1701303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8CCEFF-44E1-4980-6D92-FFF7E7AC7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Fig 2: cross</a:t>
            </a:r>
            <a:r>
              <a:rPr lang="zh-CN" altLang="en-US" dirty="0"/>
              <a:t> </a:t>
            </a:r>
            <a:r>
              <a:rPr lang="en-US" altLang="zh-CN" dirty="0"/>
              <a:t>modality prediction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959127-17DA-E579-1F07-8E733614D535}"/>
              </a:ext>
            </a:extLst>
          </p:cNvPr>
          <p:cNvSpPr txBox="1"/>
          <p:nvPr/>
        </p:nvSpPr>
        <p:spPr>
          <a:xfrm>
            <a:off x="446888" y="1574418"/>
            <a:ext cx="921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210E55-5CF8-D0A8-66D3-068702FEDBBD}"/>
              </a:ext>
            </a:extLst>
          </p:cNvPr>
          <p:cNvSpPr/>
          <p:nvPr/>
        </p:nvSpPr>
        <p:spPr>
          <a:xfrm>
            <a:off x="199380" y="2090057"/>
            <a:ext cx="5575777" cy="20006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ATAC2RNA evaluation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7423C2-3E98-8ED7-7AF0-F5C9077CA215}"/>
              </a:ext>
            </a:extLst>
          </p:cNvPr>
          <p:cNvSpPr/>
          <p:nvPr/>
        </p:nvSpPr>
        <p:spPr>
          <a:xfrm>
            <a:off x="6004334" y="2090057"/>
            <a:ext cx="5575777" cy="20006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RNA2ATAC evaluation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1128F5F-C168-323B-E1C2-D199964A4F44}"/>
              </a:ext>
            </a:extLst>
          </p:cNvPr>
          <p:cNvSpPr txBox="1"/>
          <p:nvPr/>
        </p:nvSpPr>
        <p:spPr>
          <a:xfrm>
            <a:off x="175031" y="4400120"/>
            <a:ext cx="543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47DC33-2E77-CC32-E778-791713DA5329}"/>
              </a:ext>
            </a:extLst>
          </p:cNvPr>
          <p:cNvSpPr/>
          <p:nvPr/>
        </p:nvSpPr>
        <p:spPr>
          <a:xfrm>
            <a:off x="907525" y="4950135"/>
            <a:ext cx="4867632" cy="15427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DEG heatmap of </a:t>
            </a:r>
            <a:r>
              <a:rPr lang="en-US" altLang="zh-CN" dirty="0" err="1"/>
              <a:t>ori</a:t>
            </a:r>
            <a:r>
              <a:rPr lang="en-US" altLang="zh-CN" dirty="0"/>
              <a:t> data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DBC497-4A6C-0BEB-6094-BB357A9F6B9B}"/>
              </a:ext>
            </a:extLst>
          </p:cNvPr>
          <p:cNvSpPr/>
          <p:nvPr/>
        </p:nvSpPr>
        <p:spPr>
          <a:xfrm>
            <a:off x="6358406" y="4950135"/>
            <a:ext cx="4867632" cy="15427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DEG heatmap of imputed data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4202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88F311-EA43-663E-17C1-5EAEA1572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Fig 3: GRN inference of </a:t>
            </a:r>
            <a:r>
              <a:rPr lang="en-US" altLang="zh-CN" dirty="0" err="1"/>
              <a:t>sr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FCB014-F8F6-04FB-F274-5E786D7992EF}"/>
              </a:ext>
            </a:extLst>
          </p:cNvPr>
          <p:cNvSpPr txBox="1"/>
          <p:nvPr/>
        </p:nvSpPr>
        <p:spPr>
          <a:xfrm>
            <a:off x="309383" y="1911302"/>
            <a:ext cx="52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</a:t>
            </a:r>
            <a:endParaRPr lang="zh-CN" altLang="en-US" sz="24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A0AC0A-C044-E5C1-488C-CE5AE10DF398}"/>
              </a:ext>
            </a:extLst>
          </p:cNvPr>
          <p:cNvSpPr/>
          <p:nvPr/>
        </p:nvSpPr>
        <p:spPr>
          <a:xfrm>
            <a:off x="948776" y="2110683"/>
            <a:ext cx="3533847" cy="1705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Sr GRN inference overview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D4152BA-A42B-B3E8-DD9E-18FD3ADAF968}"/>
              </a:ext>
            </a:extLst>
          </p:cNvPr>
          <p:cNvSpPr txBox="1"/>
          <p:nvPr/>
        </p:nvSpPr>
        <p:spPr>
          <a:xfrm>
            <a:off x="5982559" y="2063701"/>
            <a:ext cx="52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41BF64-EEA2-AD57-F2C9-43226FA97C7B}"/>
              </a:ext>
            </a:extLst>
          </p:cNvPr>
          <p:cNvSpPr/>
          <p:nvPr/>
        </p:nvSpPr>
        <p:spPr>
          <a:xfrm>
            <a:off x="7151341" y="2142134"/>
            <a:ext cx="3533847" cy="1705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Sr GRN inference evaluation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50FB73-5D72-8096-83ED-4BAD8386FA17}"/>
              </a:ext>
            </a:extLst>
          </p:cNvPr>
          <p:cNvSpPr txBox="1"/>
          <p:nvPr/>
        </p:nvSpPr>
        <p:spPr>
          <a:xfrm>
            <a:off x="309383" y="4254201"/>
            <a:ext cx="52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</a:t>
            </a:r>
            <a:endParaRPr lang="zh-CN" altLang="en-US" sz="2400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61F7FB-E83E-25F8-7FBC-F60D235DF9A4}"/>
              </a:ext>
            </a:extLst>
          </p:cNvPr>
          <p:cNvSpPr/>
          <p:nvPr/>
        </p:nvSpPr>
        <p:spPr>
          <a:xfrm>
            <a:off x="948775" y="4577097"/>
            <a:ext cx="3533847" cy="1705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GRN visualization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110EA4C-1537-D9FD-AA11-CBA7F2617449}"/>
              </a:ext>
            </a:extLst>
          </p:cNvPr>
          <p:cNvSpPr txBox="1"/>
          <p:nvPr/>
        </p:nvSpPr>
        <p:spPr>
          <a:xfrm>
            <a:off x="5988861" y="4346264"/>
            <a:ext cx="52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d</a:t>
            </a:r>
            <a:endParaRPr lang="zh-CN" altLang="en-US" sz="2400" b="1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ADB4B2-B5EB-81F9-7AAA-4352A4DFBDF8}"/>
              </a:ext>
            </a:extLst>
          </p:cNvPr>
          <p:cNvSpPr/>
          <p:nvPr/>
        </p:nvSpPr>
        <p:spPr>
          <a:xfrm>
            <a:off x="7151341" y="4577097"/>
            <a:ext cx="3533847" cy="1705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GRN result analysis, biological insights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8426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BA278-06CD-0037-E6A8-821D20E25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Fig 4: Single </a:t>
            </a:r>
            <a:r>
              <a:rPr lang="en-US" altLang="zh-CN" dirty="0" err="1"/>
              <a:t>omic</a:t>
            </a:r>
            <a:r>
              <a:rPr lang="en-US" altLang="zh-CN" dirty="0"/>
              <a:t> pretrain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5AEA17-5DC8-F43B-F525-CC0544B63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9792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C78B9A-0164-89AD-CB6F-1ABC8B787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附属材料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76928F-A6FB-1016-1E89-9078C9AC7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8750"/>
            <a:ext cx="10515600" cy="4351338"/>
          </a:xfrm>
        </p:spPr>
        <p:txBody>
          <a:bodyPr/>
          <a:lstStyle/>
          <a:p>
            <a:r>
              <a:rPr lang="zh-CN" altLang="en-US" dirty="0"/>
              <a:t>模型消融，可变温度</a:t>
            </a:r>
            <a:r>
              <a:rPr lang="en-US" altLang="zh-CN" dirty="0"/>
              <a:t>t, freeze t </a:t>
            </a:r>
            <a:r>
              <a:rPr lang="zh-CN" altLang="en-US" dirty="0"/>
              <a:t>表现更好，可变温度训练中逐渐提升，容易过拟合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3D8AE2-49AC-1D73-AED4-394BDCECD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83" y="2605696"/>
            <a:ext cx="9957322" cy="394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58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EE9F4-DAC1-0875-4F5D-99C351BE5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嵌入维度</a:t>
            </a:r>
            <a:r>
              <a:rPr lang="zh-CN" altLang="en-US" dirty="0">
                <a:sym typeface="Wingdings" panose="05000000000000000000" pitchFamily="2" charset="2"/>
              </a:rPr>
              <a:t>：说明</a:t>
            </a:r>
            <a:r>
              <a:rPr lang="en-US" altLang="zh-CN" dirty="0">
                <a:sym typeface="Wingdings" panose="05000000000000000000" pitchFamily="2" charset="2"/>
              </a:rPr>
              <a:t>SR </a:t>
            </a:r>
            <a:r>
              <a:rPr lang="zh-CN" altLang="en-US">
                <a:sym typeface="Wingdings" panose="05000000000000000000" pitchFamily="2" charset="2"/>
              </a:rPr>
              <a:t>即使在较小的唯独下也具有更好的性能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A6BA97-2AD4-FB95-D109-FE75818B8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187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</TotalTime>
  <Words>235</Words>
  <Application>Microsoft Office PowerPoint</Application>
  <PresentationFormat>宽屏</PresentationFormat>
  <Paragraphs>38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Arial</vt:lpstr>
      <vt:lpstr>Wingdings</vt:lpstr>
      <vt:lpstr>Office 主题​​</vt:lpstr>
      <vt:lpstr>Solid Recover: A Unified Framework for Multi-Omics Data Analysis</vt:lpstr>
      <vt:lpstr>Fig 1. Method Overview</vt:lpstr>
      <vt:lpstr>Fig 2. Cross modality retrieval</vt:lpstr>
      <vt:lpstr>PowerPoint 演示文稿</vt:lpstr>
      <vt:lpstr>PowerPoint 演示文稿</vt:lpstr>
      <vt:lpstr>Fig 2: cross modality prediction</vt:lpstr>
      <vt:lpstr>Fig 3: GRN inference of sr</vt:lpstr>
      <vt:lpstr>Fig 4: Single omic pretrain</vt:lpstr>
      <vt:lpstr>附属材料</vt:lpstr>
      <vt:lpstr>嵌入维度：说明SR 即使在较小的唯独下也具有更好的性能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Rui Sun</dc:creator>
  <cp:lastModifiedBy>Rui Sun</cp:lastModifiedBy>
  <cp:revision>3</cp:revision>
  <dcterms:created xsi:type="dcterms:W3CDTF">2025-10-27T06:21:32Z</dcterms:created>
  <dcterms:modified xsi:type="dcterms:W3CDTF">2025-11-02T11:32:05Z</dcterms:modified>
</cp:coreProperties>
</file>
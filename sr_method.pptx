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30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32.svg" ContentType="image/svg+xml"/>
  <Override PartName="/ppt/media/image34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90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693A"/>
    <a:srgbClr val="808080"/>
    <a:srgbClr val="FBB3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90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customXml" Target="../customXml/item1.xml"/><Relationship Id="rId10" Type="http://schemas.openxmlformats.org/officeDocument/2006/relationships/customXmlProps" Target="../customXml/itemProps30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7" Type="http://schemas.openxmlformats.org/officeDocument/2006/relationships/slideLayout" Target="../slideLayouts/slideLayout1.xml"/><Relationship Id="rId56" Type="http://schemas.openxmlformats.org/officeDocument/2006/relationships/image" Target="../media/image27.svg"/><Relationship Id="rId55" Type="http://schemas.openxmlformats.org/officeDocument/2006/relationships/image" Target="../media/image26.png"/><Relationship Id="rId54" Type="http://schemas.openxmlformats.org/officeDocument/2006/relationships/image" Target="../media/image25.svg"/><Relationship Id="rId53" Type="http://schemas.openxmlformats.org/officeDocument/2006/relationships/image" Target="../media/image24.png"/><Relationship Id="rId52" Type="http://schemas.openxmlformats.org/officeDocument/2006/relationships/image" Target="../media/image23.svg"/><Relationship Id="rId51" Type="http://schemas.openxmlformats.org/officeDocument/2006/relationships/image" Target="../media/image22.png"/><Relationship Id="rId50" Type="http://schemas.openxmlformats.org/officeDocument/2006/relationships/image" Target="../media/image21.svg"/><Relationship Id="rId5" Type="http://schemas.openxmlformats.org/officeDocument/2006/relationships/image" Target="../media/image2.png"/><Relationship Id="rId49" Type="http://schemas.openxmlformats.org/officeDocument/2006/relationships/image" Target="../media/image20.png"/><Relationship Id="rId48" Type="http://schemas.openxmlformats.org/officeDocument/2006/relationships/image" Target="../media/image19.svg"/><Relationship Id="rId47" Type="http://schemas.openxmlformats.org/officeDocument/2006/relationships/image" Target="../media/image18.png"/><Relationship Id="rId46" Type="http://schemas.openxmlformats.org/officeDocument/2006/relationships/image" Target="../media/image17.svg"/><Relationship Id="rId45" Type="http://schemas.openxmlformats.org/officeDocument/2006/relationships/image" Target="../media/image16.png"/><Relationship Id="rId44" Type="http://schemas.openxmlformats.org/officeDocument/2006/relationships/image" Target="../media/image15.svg"/><Relationship Id="rId43" Type="http://schemas.openxmlformats.org/officeDocument/2006/relationships/image" Target="../media/image14.png"/><Relationship Id="rId42" Type="http://schemas.openxmlformats.org/officeDocument/2006/relationships/image" Target="../media/image13.svg"/><Relationship Id="rId41" Type="http://schemas.openxmlformats.org/officeDocument/2006/relationships/image" Target="../media/image12.png"/><Relationship Id="rId40" Type="http://schemas.openxmlformats.org/officeDocument/2006/relationships/tags" Target="../tags/tag29.xml"/><Relationship Id="rId4" Type="http://schemas.openxmlformats.org/officeDocument/2006/relationships/tags" Target="../tags/tag3.xml"/><Relationship Id="rId39" Type="http://schemas.openxmlformats.org/officeDocument/2006/relationships/tags" Target="../tags/tag28.xml"/><Relationship Id="rId38" Type="http://schemas.openxmlformats.org/officeDocument/2006/relationships/tags" Target="../tags/tag27.xml"/><Relationship Id="rId37" Type="http://schemas.openxmlformats.org/officeDocument/2006/relationships/tags" Target="../tags/tag26.xml"/><Relationship Id="rId36" Type="http://schemas.openxmlformats.org/officeDocument/2006/relationships/tags" Target="../tags/tag25.xml"/><Relationship Id="rId35" Type="http://schemas.openxmlformats.org/officeDocument/2006/relationships/image" Target="../media/image11.svg"/><Relationship Id="rId34" Type="http://schemas.openxmlformats.org/officeDocument/2006/relationships/image" Target="../media/image10.png"/><Relationship Id="rId33" Type="http://schemas.openxmlformats.org/officeDocument/2006/relationships/tags" Target="../tags/tag24.xml"/><Relationship Id="rId32" Type="http://schemas.openxmlformats.org/officeDocument/2006/relationships/image" Target="../media/image9.svg"/><Relationship Id="rId31" Type="http://schemas.openxmlformats.org/officeDocument/2006/relationships/image" Target="../media/image8.png"/><Relationship Id="rId30" Type="http://schemas.openxmlformats.org/officeDocument/2006/relationships/tags" Target="../tags/tag23.xml"/><Relationship Id="rId3" Type="http://schemas.openxmlformats.org/officeDocument/2006/relationships/image" Target="../media/image1.png"/><Relationship Id="rId29" Type="http://schemas.openxmlformats.org/officeDocument/2006/relationships/image" Target="../media/image7.svg"/><Relationship Id="rId28" Type="http://schemas.openxmlformats.org/officeDocument/2006/relationships/image" Target="../media/image6.png"/><Relationship Id="rId27" Type="http://schemas.openxmlformats.org/officeDocument/2006/relationships/tags" Target="../tags/tag22.xml"/><Relationship Id="rId26" Type="http://schemas.openxmlformats.org/officeDocument/2006/relationships/image" Target="../media/image5.svg"/><Relationship Id="rId25" Type="http://schemas.openxmlformats.org/officeDocument/2006/relationships/image" Target="../media/image4.png"/><Relationship Id="rId24" Type="http://schemas.openxmlformats.org/officeDocument/2006/relationships/tags" Target="../tags/tag21.xml"/><Relationship Id="rId23" Type="http://schemas.openxmlformats.org/officeDocument/2006/relationships/tags" Target="../tags/tag20.xml"/><Relationship Id="rId22" Type="http://schemas.openxmlformats.org/officeDocument/2006/relationships/tags" Target="../tags/tag19.xml"/><Relationship Id="rId21" Type="http://schemas.openxmlformats.org/officeDocument/2006/relationships/tags" Target="../tags/tag18.xml"/><Relationship Id="rId20" Type="http://schemas.openxmlformats.org/officeDocument/2006/relationships/tags" Target="../tags/tag17.xml"/><Relationship Id="rId2" Type="http://schemas.openxmlformats.org/officeDocument/2006/relationships/tags" Target="../tags/tag2.xml"/><Relationship Id="rId19" Type="http://schemas.openxmlformats.org/officeDocument/2006/relationships/image" Target="../media/image3.png"/><Relationship Id="rId18" Type="http://schemas.openxmlformats.org/officeDocument/2006/relationships/tags" Target="../tags/tag16.xml"/><Relationship Id="rId17" Type="http://schemas.openxmlformats.org/officeDocument/2006/relationships/tags" Target="../tags/tag15.xml"/><Relationship Id="rId16" Type="http://schemas.openxmlformats.org/officeDocument/2006/relationships/tags" Target="../tags/tag14.xml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34.svg"/><Relationship Id="rId6" Type="http://schemas.openxmlformats.org/officeDocument/2006/relationships/image" Target="../media/image33.png"/><Relationship Id="rId5" Type="http://schemas.openxmlformats.org/officeDocument/2006/relationships/image" Target="../media/image32.svg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s 3"/>
          <p:cNvSpPr/>
          <p:nvPr/>
        </p:nvSpPr>
        <p:spPr>
          <a:xfrm>
            <a:off x="485140" y="422910"/>
            <a:ext cx="2112645" cy="47879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Data Input</a:t>
            </a:r>
            <a:endParaRPr lang="en-US"/>
          </a:p>
        </p:txBody>
      </p:sp>
      <p:sp>
        <p:nvSpPr>
          <p:cNvPr id="5" name="Rectangles 4"/>
          <p:cNvSpPr/>
          <p:nvPr>
            <p:custDataLst>
              <p:tags r:id="rId1"/>
            </p:custDataLst>
          </p:nvPr>
        </p:nvSpPr>
        <p:spPr>
          <a:xfrm>
            <a:off x="485140" y="901700"/>
            <a:ext cx="2113280" cy="3430905"/>
          </a:xfrm>
          <a:prstGeom prst="rect">
            <a:avLst/>
          </a:prstGeom>
          <a:noFill/>
          <a:ln w="285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71830" y="2884805"/>
            <a:ext cx="1739900" cy="74168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72465" y="1648460"/>
            <a:ext cx="1739265" cy="741045"/>
          </a:xfrm>
          <a:prstGeom prst="rect">
            <a:avLst/>
          </a:prstGeom>
        </p:spPr>
      </p:pic>
      <p:sp>
        <p:nvSpPr>
          <p:cNvPr id="12" name="Rounded Rectangle 11"/>
          <p:cNvSpPr/>
          <p:nvPr>
            <p:custDataLst>
              <p:tags r:id="rId6"/>
            </p:custDataLst>
          </p:nvPr>
        </p:nvSpPr>
        <p:spPr>
          <a:xfrm>
            <a:off x="658495" y="1199515"/>
            <a:ext cx="1802130" cy="2790190"/>
          </a:xfrm>
          <a:prstGeom prst="roundRect">
            <a:avLst/>
          </a:prstGeom>
          <a:noFill/>
          <a:ln w="19050"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3" name="Rectangles 12"/>
          <p:cNvSpPr/>
          <p:nvPr>
            <p:custDataLst>
              <p:tags r:id="rId7"/>
            </p:custDataLst>
          </p:nvPr>
        </p:nvSpPr>
        <p:spPr>
          <a:xfrm>
            <a:off x="969010" y="1306195"/>
            <a:ext cx="1214120" cy="22288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600">
                <a:solidFill>
                  <a:schemeClr val="tx1"/>
                </a:solidFill>
              </a:rPr>
              <a:t>scRNA-seq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2" name="Rectangles 1"/>
          <p:cNvSpPr/>
          <p:nvPr>
            <p:custDataLst>
              <p:tags r:id="rId8"/>
            </p:custDataLst>
          </p:nvPr>
        </p:nvSpPr>
        <p:spPr>
          <a:xfrm>
            <a:off x="969010" y="2597785"/>
            <a:ext cx="1214120" cy="22288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600">
                <a:solidFill>
                  <a:schemeClr val="tx1"/>
                </a:solidFill>
              </a:rPr>
              <a:t>scATAC-seq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" name="Rectangles 2"/>
          <p:cNvSpPr/>
          <p:nvPr/>
        </p:nvSpPr>
        <p:spPr>
          <a:xfrm>
            <a:off x="3074670" y="422910"/>
            <a:ext cx="6210300" cy="4953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Solid Recover Framework</a:t>
            </a:r>
            <a:endParaRPr lang="en-US"/>
          </a:p>
        </p:txBody>
      </p:sp>
      <p:sp>
        <p:nvSpPr>
          <p:cNvPr id="8" name="Flowchart: Manual Operation 7"/>
          <p:cNvSpPr/>
          <p:nvPr>
            <p:custDataLst>
              <p:tags r:id="rId9"/>
            </p:custDataLst>
          </p:nvPr>
        </p:nvSpPr>
        <p:spPr>
          <a:xfrm rot="16200000">
            <a:off x="3119755" y="1329055"/>
            <a:ext cx="1303655" cy="781685"/>
          </a:xfrm>
          <a:prstGeom prst="flowChartManualOperation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" name="Flowchart: Manual Operation 13"/>
          <p:cNvSpPr/>
          <p:nvPr>
            <p:custDataLst>
              <p:tags r:id="rId10"/>
            </p:custDataLst>
          </p:nvPr>
        </p:nvSpPr>
        <p:spPr>
          <a:xfrm rot="16200000">
            <a:off x="3104515" y="2713355"/>
            <a:ext cx="1333500" cy="781050"/>
          </a:xfrm>
          <a:prstGeom prst="flowChartManualOperation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6" name="Rectangles 15"/>
          <p:cNvSpPr/>
          <p:nvPr>
            <p:custDataLst>
              <p:tags r:id="rId11"/>
            </p:custDataLst>
          </p:nvPr>
        </p:nvSpPr>
        <p:spPr>
          <a:xfrm>
            <a:off x="4885055" y="3321685"/>
            <a:ext cx="163195" cy="44894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" name="Rectangles 16"/>
          <p:cNvSpPr/>
          <p:nvPr>
            <p:custDataLst>
              <p:tags r:id="rId12"/>
            </p:custDataLst>
          </p:nvPr>
        </p:nvSpPr>
        <p:spPr>
          <a:xfrm>
            <a:off x="7006590" y="1395730"/>
            <a:ext cx="201930" cy="63690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5" name="Right Arrow 24"/>
          <p:cNvSpPr/>
          <p:nvPr>
            <p:custDataLst>
              <p:tags r:id="rId13"/>
            </p:custDataLst>
          </p:nvPr>
        </p:nvSpPr>
        <p:spPr>
          <a:xfrm>
            <a:off x="2598420" y="1744345"/>
            <a:ext cx="452120" cy="31178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1" name="Rectangles 30"/>
          <p:cNvSpPr/>
          <p:nvPr>
            <p:custDataLst>
              <p:tags r:id="rId14"/>
            </p:custDataLst>
          </p:nvPr>
        </p:nvSpPr>
        <p:spPr>
          <a:xfrm>
            <a:off x="4878705" y="2642235"/>
            <a:ext cx="163195" cy="44894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2" name="Rectangles 31"/>
          <p:cNvSpPr/>
          <p:nvPr>
            <p:custDataLst>
              <p:tags r:id="rId15"/>
            </p:custDataLst>
          </p:nvPr>
        </p:nvSpPr>
        <p:spPr>
          <a:xfrm>
            <a:off x="4878705" y="1831340"/>
            <a:ext cx="163195" cy="44894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3" name="Rectangles 32"/>
          <p:cNvSpPr/>
          <p:nvPr>
            <p:custDataLst>
              <p:tags r:id="rId16"/>
            </p:custDataLst>
          </p:nvPr>
        </p:nvSpPr>
        <p:spPr>
          <a:xfrm>
            <a:off x="4878705" y="1199515"/>
            <a:ext cx="163195" cy="44894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4" name="Rectangles 33"/>
          <p:cNvSpPr/>
          <p:nvPr>
            <p:custDataLst>
              <p:tags r:id="rId17"/>
            </p:custDataLst>
          </p:nvPr>
        </p:nvSpPr>
        <p:spPr>
          <a:xfrm>
            <a:off x="7000240" y="2909570"/>
            <a:ext cx="201930" cy="63690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5" name="Flowchart: Manual Operation 34"/>
          <p:cNvSpPr/>
          <p:nvPr/>
        </p:nvSpPr>
        <p:spPr>
          <a:xfrm rot="5400000">
            <a:off x="7527290" y="1329055"/>
            <a:ext cx="1303655" cy="781685"/>
          </a:xfrm>
          <a:prstGeom prst="flowChartManualOperation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6" name="Flowchart: Manual Operation 35"/>
          <p:cNvSpPr/>
          <p:nvPr/>
        </p:nvSpPr>
        <p:spPr>
          <a:xfrm rot="5400000">
            <a:off x="7520940" y="2727960"/>
            <a:ext cx="1303655" cy="781685"/>
          </a:xfrm>
          <a:prstGeom prst="flowChartManualOperation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43" name="Picture 42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5845810" y="2044065"/>
            <a:ext cx="790575" cy="788035"/>
          </a:xfrm>
          <a:prstGeom prst="rect">
            <a:avLst/>
          </a:prstGeom>
        </p:spPr>
      </p:pic>
      <p:cxnSp>
        <p:nvCxnSpPr>
          <p:cNvPr id="46" name="Straight Arrow Connector 45"/>
          <p:cNvCxnSpPr>
            <a:stCxn id="8" idx="2"/>
            <a:endCxn id="33" idx="1"/>
          </p:cNvCxnSpPr>
          <p:nvPr>
            <p:custDataLst>
              <p:tags r:id="rId20"/>
            </p:custDataLst>
          </p:nvPr>
        </p:nvCxnSpPr>
        <p:spPr>
          <a:xfrm flipV="1">
            <a:off x="4162425" y="1424305"/>
            <a:ext cx="716280" cy="2959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>
            <p:custDataLst>
              <p:tags r:id="rId21"/>
            </p:custDataLst>
          </p:nvPr>
        </p:nvCxnSpPr>
        <p:spPr>
          <a:xfrm flipV="1">
            <a:off x="4165600" y="2820670"/>
            <a:ext cx="716280" cy="2959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8" idx="2"/>
            <a:endCxn id="32" idx="1"/>
          </p:cNvCxnSpPr>
          <p:nvPr>
            <p:custDataLst>
              <p:tags r:id="rId22"/>
            </p:custDataLst>
          </p:nvPr>
        </p:nvCxnSpPr>
        <p:spPr>
          <a:xfrm>
            <a:off x="4162425" y="1719580"/>
            <a:ext cx="716280" cy="3365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stCxn id="14" idx="2"/>
            <a:endCxn id="16" idx="1"/>
          </p:cNvCxnSpPr>
          <p:nvPr>
            <p:custDataLst>
              <p:tags r:id="rId23"/>
            </p:custDataLst>
          </p:nvPr>
        </p:nvCxnSpPr>
        <p:spPr>
          <a:xfrm>
            <a:off x="4161790" y="3103880"/>
            <a:ext cx="723265" cy="4425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52" name="2384804F-3998-4D57-9195-F3826E402611-1" descr="wpp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5041900" y="1978025"/>
            <a:ext cx="238125" cy="284454"/>
          </a:xfrm>
          <a:prstGeom prst="rect">
            <a:avLst/>
          </a:prstGeom>
        </p:spPr>
      </p:pic>
      <p:pic>
        <p:nvPicPr>
          <p:cNvPr id="53" name="2384804F-3998-4D57-9195-F3826E402611-2" descr="wpp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5055870" y="2720975"/>
            <a:ext cx="238125" cy="291383"/>
          </a:xfrm>
          <a:prstGeom prst="rect">
            <a:avLst/>
          </a:prstGeom>
        </p:spPr>
      </p:pic>
      <p:pic>
        <p:nvPicPr>
          <p:cNvPr id="54" name="2384804F-3998-4D57-9195-F3826E402611-3" descr="wpp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5041900" y="1301115"/>
            <a:ext cx="442232" cy="294531"/>
          </a:xfrm>
          <a:prstGeom prst="rect">
            <a:avLst/>
          </a:prstGeom>
        </p:spPr>
      </p:pic>
      <p:pic>
        <p:nvPicPr>
          <p:cNvPr id="55" name="2384804F-3998-4D57-9195-F3826E402611-4" descr="wpp"/>
          <p:cNvPicPr>
            <a:picLocks noChangeAspect="1"/>
          </p:cNvPicPr>
          <p:nvPr>
            <p:custDataLst>
              <p:tags r:id="rId33"/>
            </p:custDataLst>
          </p:nvPr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5048250" y="3397885"/>
            <a:ext cx="442232" cy="296542"/>
          </a:xfrm>
          <a:prstGeom prst="rect">
            <a:avLst/>
          </a:prstGeom>
        </p:spPr>
      </p:pic>
      <p:sp>
        <p:nvSpPr>
          <p:cNvPr id="56" name="Right Bracket 55"/>
          <p:cNvSpPr/>
          <p:nvPr>
            <p:custDataLst>
              <p:tags r:id="rId36"/>
            </p:custDataLst>
          </p:nvPr>
        </p:nvSpPr>
        <p:spPr>
          <a:xfrm>
            <a:off x="5454650" y="1424305"/>
            <a:ext cx="259715" cy="553085"/>
          </a:xfrm>
          <a:prstGeom prst="rightBracke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57" name="Straight Arrow Connector 56"/>
          <p:cNvCxnSpPr>
            <a:stCxn id="56" idx="2"/>
            <a:endCxn id="17" idx="1"/>
          </p:cNvCxnSpPr>
          <p:nvPr>
            <p:custDataLst>
              <p:tags r:id="rId37"/>
            </p:custDataLst>
          </p:nvPr>
        </p:nvCxnSpPr>
        <p:spPr>
          <a:xfrm>
            <a:off x="5714365" y="1701165"/>
            <a:ext cx="1292225" cy="133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8" name="Right Bracket 57"/>
          <p:cNvSpPr/>
          <p:nvPr>
            <p:custDataLst>
              <p:tags r:id="rId38"/>
            </p:custDataLst>
          </p:nvPr>
        </p:nvSpPr>
        <p:spPr>
          <a:xfrm>
            <a:off x="5448300" y="2884805"/>
            <a:ext cx="259715" cy="553085"/>
          </a:xfrm>
          <a:prstGeom prst="rightBracke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59" name="Straight Arrow Connector 58"/>
          <p:cNvCxnSpPr>
            <a:stCxn id="58" idx="2"/>
          </p:cNvCxnSpPr>
          <p:nvPr>
            <p:custDataLst>
              <p:tags r:id="rId39"/>
            </p:custDataLst>
          </p:nvPr>
        </p:nvCxnSpPr>
        <p:spPr>
          <a:xfrm>
            <a:off x="5708015" y="3161665"/>
            <a:ext cx="1292225" cy="133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>
            <a:stCxn id="17" idx="3"/>
            <a:endCxn id="35" idx="2"/>
          </p:cNvCxnSpPr>
          <p:nvPr/>
        </p:nvCxnSpPr>
        <p:spPr>
          <a:xfrm>
            <a:off x="7208520" y="1714500"/>
            <a:ext cx="579755" cy="57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>
            <a:off x="7202170" y="3169285"/>
            <a:ext cx="579755" cy="57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7" name="Right Bracket 66"/>
          <p:cNvSpPr/>
          <p:nvPr/>
        </p:nvSpPr>
        <p:spPr>
          <a:xfrm>
            <a:off x="5443220" y="2131060"/>
            <a:ext cx="123825" cy="600075"/>
          </a:xfrm>
          <a:prstGeom prst="rightBracke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69" name="Straight Arrow Connector 68"/>
          <p:cNvCxnSpPr>
            <a:stCxn id="67" idx="2"/>
            <a:endCxn id="43" idx="1"/>
          </p:cNvCxnSpPr>
          <p:nvPr/>
        </p:nvCxnSpPr>
        <p:spPr>
          <a:xfrm>
            <a:off x="5567045" y="2431415"/>
            <a:ext cx="278765" cy="69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0" name="Rounded Rectangle 69"/>
          <p:cNvSpPr/>
          <p:nvPr/>
        </p:nvSpPr>
        <p:spPr>
          <a:xfrm>
            <a:off x="5755640" y="1800225"/>
            <a:ext cx="1054735" cy="1271905"/>
          </a:xfrm>
          <a:prstGeom prst="roundRect">
            <a:avLst/>
          </a:prstGeom>
          <a:noFill/>
          <a:ln w="19050">
            <a:solidFill>
              <a:schemeClr val="accent3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71" name="Straight Arrow Connector 70"/>
          <p:cNvCxnSpPr/>
          <p:nvPr/>
        </p:nvCxnSpPr>
        <p:spPr>
          <a:xfrm>
            <a:off x="7219950" y="1714500"/>
            <a:ext cx="533400" cy="14573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>
            <a:stCxn id="34" idx="3"/>
          </p:cNvCxnSpPr>
          <p:nvPr/>
        </p:nvCxnSpPr>
        <p:spPr>
          <a:xfrm flipV="1">
            <a:off x="7202170" y="1728470"/>
            <a:ext cx="579755" cy="14998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3" name="Rectangles 72"/>
          <p:cNvSpPr/>
          <p:nvPr/>
        </p:nvSpPr>
        <p:spPr>
          <a:xfrm>
            <a:off x="3074035" y="942975"/>
            <a:ext cx="6210935" cy="3389630"/>
          </a:xfrm>
          <a:prstGeom prst="rect">
            <a:avLst/>
          </a:prstGeom>
          <a:noFill/>
          <a:ln w="28575">
            <a:solidFill>
              <a:schemeClr val="accent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4" name="Right Arrow 73"/>
          <p:cNvSpPr/>
          <p:nvPr>
            <p:custDataLst>
              <p:tags r:id="rId40"/>
            </p:custDataLst>
          </p:nvPr>
        </p:nvSpPr>
        <p:spPr>
          <a:xfrm>
            <a:off x="2597785" y="3072130"/>
            <a:ext cx="452120" cy="31178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75" name="2384804F-3998-4D57-9195-F3826E402611-5" descr="wpp"/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7219950" y="1449705"/>
            <a:ext cx="238125" cy="199067"/>
          </a:xfrm>
          <a:prstGeom prst="rect">
            <a:avLst/>
          </a:prstGeom>
        </p:spPr>
      </p:pic>
      <p:pic>
        <p:nvPicPr>
          <p:cNvPr id="76" name="2384804F-3998-4D57-9195-F3826E402611-6" descr="wpp"/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7202170" y="3175000"/>
            <a:ext cx="238125" cy="205444"/>
          </a:xfrm>
          <a:prstGeom prst="rect">
            <a:avLst/>
          </a:prstGeom>
        </p:spPr>
      </p:pic>
      <p:pic>
        <p:nvPicPr>
          <p:cNvPr id="78" name="2384804F-3998-4D57-9195-F3826E402611-7" descr="C:/Users/sunrui/AppData/Local/Temp/wpp.RlArpPwpp"/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6031865" y="3958590"/>
            <a:ext cx="496999" cy="202565"/>
          </a:xfrm>
          <a:prstGeom prst="rect">
            <a:avLst/>
          </a:prstGeom>
        </p:spPr>
      </p:pic>
      <p:sp>
        <p:nvSpPr>
          <p:cNvPr id="81" name="Rounded Rectangle 80"/>
          <p:cNvSpPr/>
          <p:nvPr/>
        </p:nvSpPr>
        <p:spPr>
          <a:xfrm>
            <a:off x="7609205" y="1002030"/>
            <a:ext cx="1229360" cy="2826385"/>
          </a:xfrm>
          <a:prstGeom prst="roundRect">
            <a:avLst/>
          </a:prstGeom>
          <a:noFill/>
          <a:ln w="19050">
            <a:solidFill>
              <a:schemeClr val="accent3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82" name="2384804F-3998-4D57-9195-F3826E402611-8" descr="wpp"/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7202170" y="3938905"/>
            <a:ext cx="2051685" cy="207010"/>
          </a:xfrm>
          <a:prstGeom prst="rect">
            <a:avLst/>
          </a:prstGeom>
        </p:spPr>
      </p:pic>
      <p:sp>
        <p:nvSpPr>
          <p:cNvPr id="83" name="Rounded Rectangle 82"/>
          <p:cNvSpPr/>
          <p:nvPr/>
        </p:nvSpPr>
        <p:spPr>
          <a:xfrm>
            <a:off x="4675505" y="1134745"/>
            <a:ext cx="838200" cy="2694305"/>
          </a:xfrm>
          <a:prstGeom prst="roundRect">
            <a:avLst/>
          </a:prstGeom>
          <a:noFill/>
          <a:ln w="19050">
            <a:solidFill>
              <a:schemeClr val="accent3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84" name="2384804F-3998-4D57-9195-F3826E402611-9" descr="wpp"/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4878705" y="3938905"/>
            <a:ext cx="306161" cy="195433"/>
          </a:xfrm>
          <a:prstGeom prst="rect">
            <a:avLst/>
          </a:prstGeom>
        </p:spPr>
      </p:pic>
      <p:pic>
        <p:nvPicPr>
          <p:cNvPr id="85" name="2384804F-3998-4D57-9195-F3826E402611-10" descr="wpp"/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3933825" y="3958590"/>
            <a:ext cx="481330" cy="165735"/>
          </a:xfrm>
          <a:prstGeom prst="rect">
            <a:avLst/>
          </a:prstGeom>
        </p:spPr>
      </p:pic>
      <p:pic>
        <p:nvPicPr>
          <p:cNvPr id="86" name="2384804F-3998-4D57-9195-F3826E402611-11" descr="wpp"/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4572000" y="3978910"/>
            <a:ext cx="170089" cy="145385"/>
          </a:xfrm>
          <a:prstGeom prst="rect">
            <a:avLst/>
          </a:prstGeom>
        </p:spPr>
      </p:pic>
      <p:pic>
        <p:nvPicPr>
          <p:cNvPr id="87" name="2384804F-3998-4D57-9195-F3826E402611-12" descr="wpp"/>
          <p:cNvPicPr>
            <a:picLocks noChangeAspect="1"/>
          </p:cNvPicPr>
          <p:nvPr/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5567045" y="3989070"/>
            <a:ext cx="170089" cy="145385"/>
          </a:xfrm>
          <a:prstGeom prst="rect">
            <a:avLst/>
          </a:prstGeom>
        </p:spPr>
      </p:pic>
      <p:pic>
        <p:nvPicPr>
          <p:cNvPr id="88" name="2384804F-3998-4D57-9195-F3826E402611-13" descr="wpp"/>
          <p:cNvPicPr>
            <a:picLocks noChangeAspect="1"/>
          </p:cNvPicPr>
          <p:nvPr/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6941820" y="3989070"/>
            <a:ext cx="170089" cy="145385"/>
          </a:xfrm>
          <a:prstGeom prst="rect">
            <a:avLst/>
          </a:prstGeom>
        </p:spPr>
      </p:pic>
      <p:sp>
        <p:nvSpPr>
          <p:cNvPr id="89" name="Rectangles 88"/>
          <p:cNvSpPr/>
          <p:nvPr/>
        </p:nvSpPr>
        <p:spPr>
          <a:xfrm>
            <a:off x="3020695" y="5723255"/>
            <a:ext cx="6233160" cy="50482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Downstream Analysis</a:t>
            </a:r>
            <a:endParaRPr lang="en-US"/>
          </a:p>
        </p:txBody>
      </p:sp>
      <p:sp>
        <p:nvSpPr>
          <p:cNvPr id="90" name="Rectangles 89"/>
          <p:cNvSpPr/>
          <p:nvPr/>
        </p:nvSpPr>
        <p:spPr>
          <a:xfrm>
            <a:off x="417195" y="5244465"/>
            <a:ext cx="2112645" cy="47879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Contrastive Learning</a:t>
            </a:r>
            <a:endParaRPr lang="en-US"/>
          </a:p>
        </p:txBody>
      </p:sp>
      <p:sp>
        <p:nvSpPr>
          <p:cNvPr id="91" name="Rectangles 90"/>
          <p:cNvSpPr/>
          <p:nvPr/>
        </p:nvSpPr>
        <p:spPr>
          <a:xfrm>
            <a:off x="3049905" y="4918710"/>
            <a:ext cx="6235065" cy="2114550"/>
          </a:xfrm>
          <a:prstGeom prst="rect">
            <a:avLst/>
          </a:prstGeom>
          <a:noFill/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3" name="Picture 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185" y="3199130"/>
            <a:ext cx="3352800" cy="192595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185" y="227965"/>
            <a:ext cx="2818765" cy="282384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3020" y="665480"/>
            <a:ext cx="5777865" cy="2837815"/>
          </a:xfrm>
          <a:prstGeom prst="rect">
            <a:avLst/>
          </a:prstGeom>
        </p:spPr>
      </p:pic>
      <p:sp>
        <p:nvSpPr>
          <p:cNvPr id="5" name="Rectangles 4"/>
          <p:cNvSpPr/>
          <p:nvPr/>
        </p:nvSpPr>
        <p:spPr>
          <a:xfrm>
            <a:off x="464185" y="227965"/>
            <a:ext cx="9452610" cy="4897755"/>
          </a:xfrm>
          <a:prstGeom prst="rect">
            <a:avLst/>
          </a:prstGeom>
          <a:noFill/>
          <a:ln w="285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Trapezoid 11"/>
          <p:cNvSpPr/>
          <p:nvPr/>
        </p:nvSpPr>
        <p:spPr>
          <a:xfrm rot="16200000">
            <a:off x="2873375" y="1381125"/>
            <a:ext cx="1649730" cy="829310"/>
          </a:xfrm>
          <a:prstGeom prst="trapezoid">
            <a:avLst>
              <a:gd name="adj" fmla="val 100415"/>
            </a:avLst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13" name="2384804F-3998-4D57-9195-F3826E402611-14" descr="wpp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89855" y="3806190"/>
            <a:ext cx="3257550" cy="347980"/>
          </a:xfrm>
          <a:prstGeom prst="rect">
            <a:avLst/>
          </a:prstGeom>
        </p:spPr>
      </p:pic>
      <p:pic>
        <p:nvPicPr>
          <p:cNvPr id="14" name="2384804F-3998-4D57-9195-F3826E402611-15" descr="wpp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43375" y="4531360"/>
            <a:ext cx="5600700" cy="348615"/>
          </a:xfrm>
          <a:prstGeom prst="rect">
            <a:avLst/>
          </a:prstGeom>
        </p:spPr>
      </p:pic>
      <p:sp>
        <p:nvSpPr>
          <p:cNvPr id="15" name="Down Arrow 14"/>
          <p:cNvSpPr/>
          <p:nvPr/>
        </p:nvSpPr>
        <p:spPr>
          <a:xfrm>
            <a:off x="6174740" y="4154170"/>
            <a:ext cx="1537970" cy="27241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8" name="Rectangles 17"/>
          <p:cNvSpPr/>
          <p:nvPr/>
        </p:nvSpPr>
        <p:spPr>
          <a:xfrm>
            <a:off x="4143375" y="385445"/>
            <a:ext cx="5693410" cy="47117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Weighted Clip Loss</a:t>
            </a:r>
            <a:endParaRPr lang="en-US"/>
          </a:p>
        </p:txBody>
      </p:sp>
      <p:sp>
        <p:nvSpPr>
          <p:cNvPr id="19" name="Rectangles 18"/>
          <p:cNvSpPr/>
          <p:nvPr/>
        </p:nvSpPr>
        <p:spPr>
          <a:xfrm>
            <a:off x="4044315" y="886460"/>
            <a:ext cx="5795645" cy="4067175"/>
          </a:xfrm>
          <a:prstGeom prst="rect">
            <a:avLst/>
          </a:prstGeom>
          <a:noFill/>
          <a:ln w="38100">
            <a:solidFill>
              <a:srgbClr val="808080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" name="Rounded Rectangle 20"/>
          <p:cNvSpPr/>
          <p:nvPr/>
        </p:nvSpPr>
        <p:spPr>
          <a:xfrm>
            <a:off x="824865" y="1588770"/>
            <a:ext cx="4789805" cy="266319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Oval 3"/>
          <p:cNvSpPr/>
          <p:nvPr/>
        </p:nvSpPr>
        <p:spPr>
          <a:xfrm>
            <a:off x="1973580" y="3279140"/>
            <a:ext cx="697230" cy="697230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1276350" y="2668905"/>
            <a:ext cx="697230" cy="697230"/>
          </a:xfrm>
          <a:prstGeom prst="ellipse">
            <a:avLst/>
          </a:prstGeom>
          <a:solidFill>
            <a:srgbClr val="F0693A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1973580" y="2167890"/>
            <a:ext cx="697230" cy="69723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3288030" y="2344420"/>
            <a:ext cx="697230" cy="69723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40530" y="3279140"/>
            <a:ext cx="697230" cy="697230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Text Box 9"/>
          <p:cNvSpPr txBox="1"/>
          <p:nvPr/>
        </p:nvSpPr>
        <p:spPr>
          <a:xfrm>
            <a:off x="1836420" y="3976370"/>
            <a:ext cx="13531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 b="1">
                <a:latin typeface="Arial" panose="020B0604020202020204" pitchFamily="34" charset="0"/>
                <a:cs typeface="Arial" panose="020B0604020202020204" pitchFamily="34" charset="0"/>
              </a:rPr>
              <a:t>query cell</a:t>
            </a:r>
            <a:endParaRPr lang="en-US" sz="12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Box 11"/>
          <p:cNvSpPr txBox="1"/>
          <p:nvPr/>
        </p:nvSpPr>
        <p:spPr>
          <a:xfrm rot="18000000">
            <a:off x="507365" y="2684780"/>
            <a:ext cx="13531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 b="1">
                <a:latin typeface="Arial" panose="020B0604020202020204" pitchFamily="34" charset="0"/>
                <a:cs typeface="Arial" panose="020B0604020202020204" pitchFamily="34" charset="0"/>
              </a:rPr>
              <a:t>positive sample</a:t>
            </a:r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Box 13"/>
          <p:cNvSpPr txBox="1"/>
          <p:nvPr/>
        </p:nvSpPr>
        <p:spPr>
          <a:xfrm rot="20280000">
            <a:off x="1410970" y="1699895"/>
            <a:ext cx="14712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 b="1">
                <a:latin typeface="Arial" panose="020B0604020202020204" pitchFamily="34" charset="0"/>
                <a:cs typeface="Arial" panose="020B0604020202020204" pitchFamily="34" charset="0"/>
              </a:rPr>
              <a:t>low confidence negative sample</a:t>
            </a:r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3002915" y="1884045"/>
            <a:ext cx="16173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 b="1">
                <a:latin typeface="Arial" panose="020B0604020202020204" pitchFamily="34" charset="0"/>
                <a:cs typeface="Arial" panose="020B0604020202020204" pitchFamily="34" charset="0"/>
              </a:rPr>
              <a:t>medium confidence negative sample</a:t>
            </a:r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Box 15"/>
          <p:cNvSpPr txBox="1"/>
          <p:nvPr/>
        </p:nvSpPr>
        <p:spPr>
          <a:xfrm rot="2880000">
            <a:off x="4359275" y="3045460"/>
            <a:ext cx="14712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 b="1">
                <a:latin typeface="Arial" panose="020B0604020202020204" pitchFamily="34" charset="0"/>
                <a:cs typeface="Arial" panose="020B0604020202020204" pitchFamily="34" charset="0"/>
              </a:rPr>
              <a:t>high confidence negative sample</a:t>
            </a:r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" name="Straight Arrow Connector 16"/>
          <p:cNvCxnSpPr>
            <a:stCxn id="6" idx="5"/>
            <a:endCxn id="4" idx="1"/>
          </p:cNvCxnSpPr>
          <p:nvPr/>
        </p:nvCxnSpPr>
        <p:spPr>
          <a:xfrm>
            <a:off x="1871345" y="3263900"/>
            <a:ext cx="204470" cy="117475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4" idx="0"/>
            <a:endCxn id="7" idx="4"/>
          </p:cNvCxnSpPr>
          <p:nvPr/>
        </p:nvCxnSpPr>
        <p:spPr>
          <a:xfrm flipV="1">
            <a:off x="2322195" y="2865120"/>
            <a:ext cx="0" cy="414020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endCxn id="8" idx="3"/>
          </p:cNvCxnSpPr>
          <p:nvPr/>
        </p:nvCxnSpPr>
        <p:spPr>
          <a:xfrm flipV="1">
            <a:off x="2580640" y="2939415"/>
            <a:ext cx="809625" cy="454660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4" idx="6"/>
            <a:endCxn id="9" idx="2"/>
          </p:cNvCxnSpPr>
          <p:nvPr/>
        </p:nvCxnSpPr>
        <p:spPr>
          <a:xfrm>
            <a:off x="2670810" y="3627755"/>
            <a:ext cx="1569720" cy="0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4952365" y="1884045"/>
            <a:ext cx="534035" cy="8255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3" name="Text Box 22"/>
          <p:cNvSpPr txBox="1"/>
          <p:nvPr/>
        </p:nvSpPr>
        <p:spPr>
          <a:xfrm>
            <a:off x="4848225" y="1616710"/>
            <a:ext cx="51054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 b="1">
                <a:solidFill>
                  <a:srgbClr val="FF0000"/>
                </a:solidFill>
              </a:rPr>
              <a:t>pull</a:t>
            </a:r>
            <a:endParaRPr lang="en-US" sz="1200" b="1">
              <a:solidFill>
                <a:srgbClr val="FF0000"/>
              </a:solidFill>
            </a:endParaRPr>
          </a:p>
        </p:txBody>
      </p:sp>
      <p:cxnSp>
        <p:nvCxnSpPr>
          <p:cNvPr id="24" name="Straight Arrow Connector 23"/>
          <p:cNvCxnSpPr/>
          <p:nvPr/>
        </p:nvCxnSpPr>
        <p:spPr>
          <a:xfrm flipH="1">
            <a:off x="4952365" y="2228850"/>
            <a:ext cx="501015" cy="9525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5" name="Text Box 24"/>
          <p:cNvSpPr txBox="1"/>
          <p:nvPr/>
        </p:nvSpPr>
        <p:spPr>
          <a:xfrm>
            <a:off x="5043805" y="1962785"/>
            <a:ext cx="51054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 b="1">
                <a:solidFill>
                  <a:schemeClr val="accent1"/>
                </a:solidFill>
              </a:rPr>
              <a:t>push</a:t>
            </a:r>
            <a:endParaRPr lang="en-US" sz="1200" b="1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690" y="0"/>
            <a:ext cx="8528685" cy="6858000"/>
          </a:xfrm>
          <a:prstGeom prst="rect">
            <a:avLst/>
          </a:prstGeom>
        </p:spPr>
      </p:pic>
      <p:sp>
        <p:nvSpPr>
          <p:cNvPr id="6" name="Rectangles 5"/>
          <p:cNvSpPr/>
          <p:nvPr/>
        </p:nvSpPr>
        <p:spPr>
          <a:xfrm>
            <a:off x="4053205" y="847090"/>
            <a:ext cx="915035" cy="1000760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Rectangles 7"/>
          <p:cNvSpPr/>
          <p:nvPr/>
        </p:nvSpPr>
        <p:spPr>
          <a:xfrm>
            <a:off x="1242695" y="561340"/>
            <a:ext cx="513715" cy="697865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Rectangles 8"/>
          <p:cNvSpPr/>
          <p:nvPr/>
        </p:nvSpPr>
        <p:spPr>
          <a:xfrm>
            <a:off x="8442960" y="3506470"/>
            <a:ext cx="226060" cy="216535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Rectangles 9"/>
          <p:cNvSpPr/>
          <p:nvPr/>
        </p:nvSpPr>
        <p:spPr>
          <a:xfrm>
            <a:off x="4238625" y="3583940"/>
            <a:ext cx="962025" cy="481965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" name="Rectangles 10"/>
          <p:cNvSpPr/>
          <p:nvPr/>
        </p:nvSpPr>
        <p:spPr>
          <a:xfrm>
            <a:off x="1755775" y="1376045"/>
            <a:ext cx="226060" cy="216535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Rectangles 11"/>
          <p:cNvSpPr/>
          <p:nvPr/>
        </p:nvSpPr>
        <p:spPr>
          <a:xfrm>
            <a:off x="1529715" y="6049010"/>
            <a:ext cx="226060" cy="216535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3" name="Rectangles 12"/>
          <p:cNvSpPr/>
          <p:nvPr/>
        </p:nvSpPr>
        <p:spPr>
          <a:xfrm>
            <a:off x="8766175" y="3506470"/>
            <a:ext cx="697865" cy="765175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" name="Rectangles 14"/>
          <p:cNvSpPr/>
          <p:nvPr/>
        </p:nvSpPr>
        <p:spPr>
          <a:xfrm>
            <a:off x="1530350" y="5273675"/>
            <a:ext cx="833755" cy="490220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6" name="Rectangles 15"/>
          <p:cNvSpPr/>
          <p:nvPr/>
        </p:nvSpPr>
        <p:spPr>
          <a:xfrm>
            <a:off x="4742180" y="5685790"/>
            <a:ext cx="226060" cy="216535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8" name="Rectangles 17"/>
          <p:cNvSpPr/>
          <p:nvPr/>
        </p:nvSpPr>
        <p:spPr>
          <a:xfrm>
            <a:off x="4180205" y="5801995"/>
            <a:ext cx="601980" cy="617220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" name="Rectangles 18"/>
          <p:cNvSpPr/>
          <p:nvPr/>
        </p:nvSpPr>
        <p:spPr>
          <a:xfrm>
            <a:off x="4525010" y="4251960"/>
            <a:ext cx="226060" cy="216535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30.4,&quot;left&quot;:38.2,&quot;top&quot;:71,&quot;width&quot;:529.4}"/>
</p:tagLst>
</file>

<file path=ppt/tags/tag2.xml><?xml version="1.0" encoding="utf-8"?>
<p:tagLst xmlns:p="http://schemas.openxmlformats.org/presentationml/2006/main">
  <p:tag name="KSO_WM_DIAGRAM_VIRTUALLY_FRAME" val="{&quot;height&quot;:230.4,&quot;left&quot;:38.2,&quot;top&quot;:71,&quot;width&quot;:529.4}"/>
</p:tagLst>
</file>

<file path=ppt/tags/tag3.xml><?xml version="1.0" encoding="utf-8"?>
<p:tagLst xmlns:p="http://schemas.openxmlformats.org/presentationml/2006/main">
  <p:tag name="KSO_WM_DIAGRAM_VIRTUALLY_FRAME" val="{&quot;height&quot;:230.4,&quot;left&quot;:38.2,&quot;top&quot;:71,&quot;width&quot;:529.4}"/>
</p:tagLst>
</file>

<file path=ppt/tags/tag4.xml><?xml version="1.0" encoding="utf-8"?>
<p:tagLst xmlns:p="http://schemas.openxmlformats.org/presentationml/2006/main">
  <p:tag name="KSO_WM_DIAGRAM_VIRTUALLY_FRAME" val="{&quot;height&quot;:230.4,&quot;left&quot;:38.2,&quot;top&quot;:71,&quot;width&quot;:529.4}"/>
</p:tagLst>
</file>

<file path=ppt/tags/tag5.xml><?xml version="1.0" encoding="utf-8"?>
<p:tagLst xmlns:p="http://schemas.openxmlformats.org/presentationml/2006/main">
  <p:tag name="KSO_WM_DIAGRAM_VIRTUALLY_FRAME" val="{&quot;height&quot;:230.4,&quot;left&quot;:38.2,&quot;top&quot;:71,&quot;width&quot;:529.4}"/>
</p:tagLst>
</file>

<file path=ppt/tags/tag6.xml><?xml version="1.0" encoding="utf-8"?>
<p:tagLst xmlns:p="http://schemas.openxmlformats.org/presentationml/2006/main">
  <p:tag name="KSO_WM_DIAGRAM_VIRTUALLY_FRAME" val="{&quot;height&quot;:230.4,&quot;left&quot;:38.2,&quot;top&quot;:71,&quot;width&quot;:529.4}"/>
</p:tagLst>
</file>

<file path=ppt/tags/tag7.xml><?xml version="1.0" encoding="utf-8"?>
<p:tagLst xmlns:p="http://schemas.openxmlformats.org/presentationml/2006/main">
  <p:tag name="KSO_WM_DIAGRAM_VIRTUALLY_FRAME" val="{&quot;height&quot;:230.4,&quot;left&quot;:38.2,&quot;top&quot;:71,&quot;width&quot;:529.4}"/>
</p:tagLst>
</file>

<file path=ppt/tags/tag8.xml><?xml version="1.0" encoding="utf-8"?>
<p:tagLst xmlns:p="http://schemas.openxmlformats.org/presentationml/2006/main">
  <p:tag name="KSO_WM_DIAGRAM_VIRTUALLY_FRAME" val="{&quot;height&quot;:230.4,&quot;left&quot;:38.2,&quot;top&quot;:71,&quot;width&quot;:529.4}"/>
</p:tagLst>
</file>

<file path=ppt/tags/tag9.xml><?xml version="1.0" encoding="utf-8"?>
<p:tagLst xmlns:p="http://schemas.openxmlformats.org/presentationml/2006/main">
  <p:tag name="KSO_WM_DIAGRAM_VIRTUALLY_FRAME" val="{&quot;height&quot;:230.4,&quot;left&quot;:38.2,&quot;top&quot;:71,&quot;width&quot;:529.4}"/>
</p:tagLst>
</file>

<file path=ppt/tags/tag10.xml><?xml version="1.0" encoding="utf-8"?>
<p:tagLst xmlns:p="http://schemas.openxmlformats.org/presentationml/2006/main">
  <p:tag name="KSO_WM_DIAGRAM_VIRTUALLY_FRAME" val="{&quot;height&quot;:230.4,&quot;left&quot;:38.2,&quot;top&quot;:71,&quot;width&quot;:529.4}"/>
</p:tagLst>
</file>

<file path=ppt/tags/tag11.xml><?xml version="1.0" encoding="utf-8"?>
<p:tagLst xmlns:p="http://schemas.openxmlformats.org/presentationml/2006/main">
  <p:tag name="KSO_WM_DIAGRAM_VIRTUALLY_FRAME" val="{&quot;height&quot;:230.4,&quot;left&quot;:38.2,&quot;top&quot;:71,&quot;width&quot;:529.4}"/>
</p:tagLst>
</file>

<file path=ppt/tags/tag12.xml><?xml version="1.0" encoding="utf-8"?>
<p:tagLst xmlns:p="http://schemas.openxmlformats.org/presentationml/2006/main">
  <p:tag name="KSO_WM_DIAGRAM_VIRTUALLY_FRAME" val="{&quot;height&quot;:230.4,&quot;left&quot;:38.2,&quot;top&quot;:71,&quot;width&quot;:529.4}"/>
</p:tagLst>
</file>

<file path=ppt/tags/tag13.xml><?xml version="1.0" encoding="utf-8"?>
<p:tagLst xmlns:p="http://schemas.openxmlformats.org/presentationml/2006/main">
  <p:tag name="KSO_WM_DIAGRAM_VIRTUALLY_FRAME" val="{&quot;height&quot;:230.4,&quot;left&quot;:38.2,&quot;top&quot;:71,&quot;width&quot;:529.4}"/>
</p:tagLst>
</file>

<file path=ppt/tags/tag14.xml><?xml version="1.0" encoding="utf-8"?>
<p:tagLst xmlns:p="http://schemas.openxmlformats.org/presentationml/2006/main">
  <p:tag name="KSO_WM_DIAGRAM_VIRTUALLY_FRAME" val="{&quot;height&quot;:230.4,&quot;left&quot;:38.2,&quot;top&quot;:71,&quot;width&quot;:529.4}"/>
</p:tagLst>
</file>

<file path=ppt/tags/tag15.xml><?xml version="1.0" encoding="utf-8"?>
<p:tagLst xmlns:p="http://schemas.openxmlformats.org/presentationml/2006/main">
  <p:tag name="KSO_WM_DIAGRAM_VIRTUALLY_FRAME" val="{&quot;height&quot;:230.4,&quot;left&quot;:38.2,&quot;top&quot;:71,&quot;width&quot;:529.4}"/>
</p:tagLst>
</file>

<file path=ppt/tags/tag16.xml><?xml version="1.0" encoding="utf-8"?>
<p:tagLst xmlns:p="http://schemas.openxmlformats.org/presentationml/2006/main">
  <p:tag name="KSO_WM_DIAGRAM_VIRTUALLY_FRAME" val="{&quot;height&quot;:230.4,&quot;left&quot;:38.2,&quot;top&quot;:71,&quot;width&quot;:529.4}"/>
</p:tagLst>
</file>

<file path=ppt/tags/tag17.xml><?xml version="1.0" encoding="utf-8"?>
<p:tagLst xmlns:p="http://schemas.openxmlformats.org/presentationml/2006/main">
  <p:tag name="KSO_WM_DIAGRAM_VIRTUALLY_FRAME" val="{&quot;height&quot;:230.4,&quot;left&quot;:38.2,&quot;top&quot;:71,&quot;width&quot;:529.4}"/>
</p:tagLst>
</file>

<file path=ppt/tags/tag18.xml><?xml version="1.0" encoding="utf-8"?>
<p:tagLst xmlns:p="http://schemas.openxmlformats.org/presentationml/2006/main">
  <p:tag name="KSO_WM_DIAGRAM_VIRTUALLY_FRAME" val="{&quot;height&quot;:230.4,&quot;left&quot;:38.2,&quot;top&quot;:71,&quot;width&quot;:529.4}"/>
</p:tagLst>
</file>

<file path=ppt/tags/tag19.xml><?xml version="1.0" encoding="utf-8"?>
<p:tagLst xmlns:p="http://schemas.openxmlformats.org/presentationml/2006/main">
  <p:tag name="KSO_WM_DIAGRAM_VIRTUALLY_FRAME" val="{&quot;height&quot;:230.4,&quot;left&quot;:38.2,&quot;top&quot;:71,&quot;width&quot;:529.4}"/>
</p:tagLst>
</file>

<file path=ppt/tags/tag20.xml><?xml version="1.0" encoding="utf-8"?>
<p:tagLst xmlns:p="http://schemas.openxmlformats.org/presentationml/2006/main">
  <p:tag name="KSO_WM_DIAGRAM_VIRTUALLY_FRAME" val="{&quot;height&quot;:230.4,&quot;left&quot;:38.2,&quot;top&quot;:71,&quot;width&quot;:529.4}"/>
</p:tagLst>
</file>

<file path=ppt/tags/tag21.xml><?xml version="1.0" encoding="utf-8"?>
<p:tagLst xmlns:p="http://schemas.openxmlformats.org/presentationml/2006/main">
  <p:tag name="KSO_WM_DIAGRAM_VIRTUALLY_FRAME" val="{&quot;height&quot;:230.4,&quot;left&quot;:38.2,&quot;top&quot;:71,&quot;width&quot;:529.4}"/>
</p:tagLst>
</file>

<file path=ppt/tags/tag22.xml><?xml version="1.0" encoding="utf-8"?>
<p:tagLst xmlns:p="http://schemas.openxmlformats.org/presentationml/2006/main">
  <p:tag name="KSO_WM_DIAGRAM_VIRTUALLY_FRAME" val="{&quot;height&quot;:230.4,&quot;left&quot;:38.2,&quot;top&quot;:71,&quot;width&quot;:529.4}"/>
</p:tagLst>
</file>

<file path=ppt/tags/tag23.xml><?xml version="1.0" encoding="utf-8"?>
<p:tagLst xmlns:p="http://schemas.openxmlformats.org/presentationml/2006/main">
  <p:tag name="KSO_WM_DIAGRAM_VIRTUALLY_FRAME" val="{&quot;height&quot;:230.4,&quot;left&quot;:38.2,&quot;top&quot;:71,&quot;width&quot;:529.4}"/>
</p:tagLst>
</file>

<file path=ppt/tags/tag24.xml><?xml version="1.0" encoding="utf-8"?>
<p:tagLst xmlns:p="http://schemas.openxmlformats.org/presentationml/2006/main">
  <p:tag name="KSO_WM_DIAGRAM_VIRTUALLY_FRAME" val="{&quot;height&quot;:230.4,&quot;left&quot;:38.2,&quot;top&quot;:71,&quot;width&quot;:529.4}"/>
</p:tagLst>
</file>

<file path=ppt/tags/tag25.xml><?xml version="1.0" encoding="utf-8"?>
<p:tagLst xmlns:p="http://schemas.openxmlformats.org/presentationml/2006/main">
  <p:tag name="KSO_WM_DIAGRAM_VIRTUALLY_FRAME" val="{&quot;height&quot;:230.4,&quot;left&quot;:38.2,&quot;top&quot;:71,&quot;width&quot;:529.4}"/>
</p:tagLst>
</file>

<file path=ppt/tags/tag26.xml><?xml version="1.0" encoding="utf-8"?>
<p:tagLst xmlns:p="http://schemas.openxmlformats.org/presentationml/2006/main">
  <p:tag name="KSO_WM_DIAGRAM_VIRTUALLY_FRAME" val="{&quot;height&quot;:230.4,&quot;left&quot;:38.2,&quot;top&quot;:71,&quot;width&quot;:529.4}"/>
</p:tagLst>
</file>

<file path=ppt/tags/tag27.xml><?xml version="1.0" encoding="utf-8"?>
<p:tagLst xmlns:p="http://schemas.openxmlformats.org/presentationml/2006/main">
  <p:tag name="KSO_WM_DIAGRAM_VIRTUALLY_FRAME" val="{&quot;height&quot;:230.4,&quot;left&quot;:38.2,&quot;top&quot;:71,&quot;width&quot;:529.4}"/>
</p:tagLst>
</file>

<file path=ppt/tags/tag28.xml><?xml version="1.0" encoding="utf-8"?>
<p:tagLst xmlns:p="http://schemas.openxmlformats.org/presentationml/2006/main">
  <p:tag name="KSO_WM_DIAGRAM_VIRTUALLY_FRAME" val="{&quot;height&quot;:230.4,&quot;left&quot;:38.2,&quot;top&quot;:71,&quot;width&quot;:529.4}"/>
</p:tagLst>
</file>

<file path=ppt/tags/tag29.xml><?xml version="1.0" encoding="utf-8"?>
<p:tagLst xmlns:p="http://schemas.openxmlformats.org/presentationml/2006/main">
  <p:tag name="KSO_WM_DIAGRAM_VIRTUALLY_FRAME" val="{&quot;height&quot;:230.4,&quot;left&quot;:38.2,&quot;top&quot;:71,&quot;width&quot;:529.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2384804F-3998-4D57-9195-F3826E402611-1">
      <extobjdata type="2384804F-3998-4D57-9195-F3826E402611" data="ewoJIkltZ1NldHRpbmdKc29uIiA6ICJ7XCJoZWlnaHRcIjoyMy4yMTQyODU3MTQyODU3MSxcIndpZHRoXCI6MTguNzQ5OTk5OTk5OTk5OTk2fSIsCgkiTGF0ZXgiIDogInpee1J9X3tcXG11fSIsCgkiTGF0ZXhJbWdCYXNlNjQiIDogIlBITjJaeUI0Yld4dWN6MGlhSFIwY0RvdkwzZDNkeTUzTXk1dmNtY3ZNakF3TUM5emRtY2lJSGRwWkhSb1BTSXlMalExTkdWNElpQm9aV2xuYUhROUlqSXVPVE14WlhnaUlISnZiR1U5SW1sdFp5SWdabTlqZFhOaFlteGxQU0ptWVd4elpTSWdkbWxsZDBKdmVEMGlNQ0F0T0RrMklERXdPRFF1TnlBeE1qazFMamNpSUhodGJHNXpPbmhzYVc1clBTSm9kSFJ3T2k4dmQzZDNMbmN6TG05eVp5OHhPVGs1TDNoc2FXNXJJaUJoY21saExXaHBaR1JsYmowaWRISjFaU0lnYzNSNWJHVTlJblpsY25ScFkyRnNMV0ZzYVdkdU9pQXRNQzQ1TURSbGVEc2diV0Y0TFhkcFpIUm9PaUE1T0NVN0lqNDhaR1ZtY3o0OGNHRjBhQ0JwWkQwaVRVcFlMVEl5TFZSRldDMUpMVEZFTkRZM0lpQmtQU0pOTXpRM0lETXpPRkV6TXpjZ016TTRJREk1TkNBek5EbFVNak14SURNMk1GRXlNVEVnTXpZd0lERTVOeUF6TlRaVU1UYzBJRE0wTmxReE5qSWdNek0xVkRFMU5TQXpNalJNTVRVeklETXlNRkV4TlRBZ016RTNJREV6T0NBek1UZFJNVEUzSURNeE55QXhNVGNnTXpJMVVURXhOeUF6TXpBZ01USXdJRE16T1ZFeE16TWdNemM0SURFMk15QTBNRFpVTWpJNUlEUTBNRkV5TkRFZ05EUXlJREkwTmlBME5ESlJNamN4SURRME1pQXlPVEVnTkRJMVZETXlPU0F6T1RKVU16WTNJRE0zTlZFek9Ea2dNemMxSURReE1TQTBNRGhVTkRNMElEUTBNVkUwTXpVZ05EUXlJRFEwT1NBME5ESklORFl5VVRRMk9DQTBNellnTkRZNElEUXpORkUwTmpnZ05ETXdJRFEyTXlBME1qQlVORFE1SURNNU9WUTBNeklnTXpjM1ZEUXhPQ0F6TlRoTU5ERXhJRE0wT1ZFek5qZ2dNams0SURJM05TQXlNVFJVTVRZd0lERXdOa3d4TkRnZ09UUk1NVFl6SURrelVURTROU0E1TXlBeU1qY2dPREpVTWprd0lEY3hVVE15T0NBM01TQXpOakFnT1RCVU5EQXlJREUwTUZFME1EWWdNVFE1SURRd09TQXhOVEZVTkRJMElERTFNMUUwTkRNZ01UVXpJRFEwTXlBeE5ETlJORFF6SURFek9DQTBORElnTVRNMFVUUXlOU0EzTWlBek56WWdNekZVTWpjNElDMHhNVkV5TlRJZ0xURXhJREl6TWlBMlZERTVNeUEwTUZReE5UVWdOVGRSTVRFeElEVTNJRGMySUMwelVUY3dJQzB4TVNBMU9TQXRNVEZJTlRSSU5ERlJNelVnTFRVZ016VWdMVEpSTXpVZ01UTWdPVE1nT0RSUk1UTXlJREV5T1NBeU1qVWdNakUwVkRNME1DQXpNakpSTXpVeUlETXpPQ0F6TkRjZ016TTRXaUl2UGp4d1lYUm9JR2xrUFNKTlNsZ3RNakl0VkVWWUxVa3RNVVEwTkRVaUlHUTlJazB5TXpBZ05qTTNVVEl3TXlBMk16Y2dNVGs0SURZek9GUXhPVE1nTmpRNVVURTVNeUEyTnpZZ01qQTBJRFk0TWxFeU1EWWdOamd6SURNM09DQTJPRE5STlRVd0lEWTRNaUExTmpRZ05qZ3dVVFl5TUNBMk56SWdOalU0SURZMU1sUTNNVElnTmpBMlZEY3pNeUExTmpOVU56TTVJRFV5T1ZFM016a2dORGcwSURjeE1DQTBORFZVTmpReklETTROVlExTnpZZ016VXhWRFV6T0NBek16aE1OVFExSURNek0xRTJNVElnTWprMUlEWXhNaUF5TWpOUk5qRXlJREl4TWlBMk1EY2dNVFl5VkRZd01pQTRNRlkzTVZFMk1ESWdOVE1nTmpBeklEUXpWRFl4TkNBeU5WUTJOREFnTVRaUk5qWTRJREUySURZNE5pQXpPRlEzTVRJZ09EVlJOekUzSURrNUlEY3lNQ0F4TURKVU56TTFJREV3TlZFM05UVWdNVEExSURjMU5TQTVNMUUzTlRVZ056VWdOek14SURNMlVUWTVNeUF0TWpFZ05qUXhJQzB5TVVnMk16SlJOVGN4SUMweU1TQTFNekVnTkZRME9EY2dPREpSTkRnM0lERXdPU0ExTURJZ01UWTJWRFV4TnlBeU16bFJOVEUzSURJNU1DQTBOelFnTXpFelVUUTFPU0F6TWpBZ05EUTVJRE15TVZRek56Z2dNekl6U0RNd09Vd3lOemNnTVRrelVUSTBOQ0EyTVNBeU5EUWdOVGxSTWpRMElEVTFJREkwTlNBMU5GUXlOVElnTlRCVU1qWTVJRFE0VkRNd01pQTBOa2d6TXpOUk16TTVJRE00SURNek9TQXpOMVF6TXpZZ01UbFJNek15SURZZ016STJJREJJTXpFeFVUSTNOU0F5SURFNE1DQXlVVEUwTmlBeUlERXhOeUF5VkRjeElESlVOVEFnTVZFek15QXhJRE16SURFd1VUTXpJREV5SURNMklESTBVVFF4SURReklEUTJJRFExVVRVd0lEUTJJRFl4SURRMlNEWTNVVGswSURRMklERXlOeUEwT1ZFeE5ERWdOVElnTVRRMklEWXhVVEUwT1NBMk5TQXlNVGdnTXpNNVZESTROeUEyTWpoUk1qZzNJRFl6TlNBeU16QWdOak0zV2swMk16QWdOVFUwVVRZek1DQTFPRFlnTmpBNUlEWXdPRlExTWpNZ05qTTJVVFV5TVNBMk16WWdOVEF3SURZek5sUTBOaklnTmpNM1NEUTBNRkV6T1RNZ05qTTNJRE00TmlBMk1qZFJNemcxSURZeU5DQXpOVElnTkRrMFZETXhPU0F6TmpGUk16RTVJRE0yTUNBek9EZ2dNell3VVRRMk5pQXpOakVnTkRreUlETTJOMUUxTlRZZ016YzNJRFU1TWlBME1qWlJOakE0SURRME9TQTJNVGtnTkRnMlZEWXpNQ0ExTlRSYUlpOCtQSEJoZEdnZ2FXUTlJazFLV0MweU1pMVVSVmd0U1MweFJEY3dOeUlnWkQwaVRUVTRJQzB5TVRaUk5EUWdMVEl4TmlBek5DQXRNakE0VkRJeklDMHhPRFpSTWpNZ0xURTNOaUE1TmlBeE1UWlVNVGN6SURReE5GRXhPRFlnTkRReUlESXhPU0EwTkRKUk1qTXhJRFEwTVNBeU16a2dORE0xVkRJME9TQTBNak5VTWpVeElEUXhNMUV5TlRFZ05EQXhJREl5TUNBeU56bFVNVGczSURFME1sRXhPRFVnTVRNeElERTROU0F4TURkV09UbFJNVGcxSURJMklESTFNaUF5TmxFeU5qRWdNallnTWpjd0lESTNWREk0TnlBek1WUXpNRElnTXpoVU16RTFJRFExVkRNeU55QTFOVlF6TXpnZ05qVlVNelE0SURjM1ZETTFOaUE0T0ZRek5qVWdNVEF3VERNM01pQXhNVEJNTkRBNElESTFNMUUwTkRRZ016azFJRFEwT0NBME1EUlJORFl4SURRek1TQTBPVEVnTkRNeFVUVXdOQ0EwTXpFZ05URXlJRFF5TkZRMU1qTWdOREV5VkRVeU5TQTBNREpNTkRRNUlEZzBVVFEwT0NBM09TQTBORGdnTmpoUk5EUTRJRFF6SURRMU5TQXpOVlEwTnpZZ01qWlJORGcxSURJM0lEUTVOaUF6TlZFMU1UY2dOVFVnTlRNM0lERXpNVkUxTkRNZ01UVXhJRFUwTnlBeE5USlJOVFE1SURFMU15QTFOVGNnTVRVelNEVTJNVkUxT0RBZ01UVXpJRFU0TUNBeE5EUlJOVGd3SURFek9DQTFOelVnTVRFM1ZEVTFOU0EyTTFRMU1qTWdNVE5STlRFd0lEQWdORGt4SUMwNFVUUTRNeUF0TVRBZ05EWTNJQzB4TUZFME5EWWdMVEV3SURReU9TQXRORlEwTURJZ01URlVNemcxSURJNVZETTNOaUEwTkZRek56UWdOVEZNTXpZNElEUTFVVE0yTWlBek9TQXpOVEFnTXpCVU16STBJREV5VkRJNE9DQXRORlF5TkRZZ0xURXhVVEU1T1NBdE1URWdNVFV6SURFeVRERXlPU0F0T0RWUk1UQTRJQzB4TmpjZ01UQTBJQzB4T0RCVU9USWdMVEl3TWxFM05pQXRNakUySURVNElDMHlNVFphSWk4K1BDOWtaV1p6UGp4bklITjBjbTlyWlQwaVkzVnljbVZ1ZEVOdmJHOXlJaUJtYVd4c1BTSmpkWEp5Wlc1MFEyOXNiM0lpSUhOMGNtOXJaUzEzYVdSMGFEMGlNQ0lnZEhKaGJuTm1iM0p0UFNKelkyRnNaU2d4TEMweEtTSStQR2NnWkdGMFlTMXRiV3d0Ym05a1pUMGliV0YwYUNJK1BHY2daR0YwWVMxdGJXd3RibTlrWlQwaWJYTjFZbk4xY0NJK1BHY2daR0YwWVMxdGJXd3RibTlrWlQwaWJXa2lQangxYzJVZ1pHRjBZUzFqUFNJeFJEUTJOeUlnZUd4cGJtczZhSEpsWmowaUkwMUtXQzB5TWkxVVJWZ3RTUzB4UkRRMk55SXZQand2Wno0OFp5QmtZWFJoTFcxdGJDMXViMlJsUFNKVVpWaEJkRzl0SWlCMGNtRnVjMlp2Y20wOUluUnlZVzV6YkdGMFpTZzBPVGdzTkRFektTQnpZMkZzWlNnd0xqY3dOeWtpSUdSaGRHRXRiV3A0TFhSbGVHTnNZWE56UFNKUFVrUWlQanhuSUdSaGRHRXRiVzFzTFc1dlpHVTlJbTFwSWo0OGRYTmxJR1JoZEdFdFl6MGlNVVEwTkRVaUlIaHNhVzVyT21oeVpXWTlJaU5OU2xndE1qSXRWRVZZTFVrdE1VUTBORFVpTHo0OEwyYytQQzluUGp4bklHUmhkR0V0Ylcxc0xXNXZaR1U5SWxSbFdFRjBiMjBpSUhSeVlXNXpabTl5YlQwaWRISmhibk5zWVhSbEtEUTVPQ3d0TWpRM0tTQnpZMkZzWlNnd0xqY3dOeWtpSUdSaGRHRXRiV3A0TFhSbGVHTnNZWE56UFNKUFVrUWlQanhuSUdSaGRHRXRiVzFzTFc1dlpHVTlJbTFwSWo0OGRYTmxJR1JoZEdFdFl6MGlNVVEzTURjaUlIaHNhVzVyT21oeVpXWTlJaU5OU2xndE1qSXRWRVZZTFVrdE1VUTNNRGNpTHo0OEwyYytQQzluUGp3dlp6NDhMMmMrUEM5blBqd3ZjM1puUGc9PSIsCgkiUmVhbFZpZXdTaXplSnNvbiIgOiAie1wiaGVpZ2h0XCI6NDQ4LFwid2lkdGhcIjozNzV9Igp9Cg=="/>
    </extobj>
    <extobj name="2384804F-3998-4D57-9195-F3826E402611-2">
      <extobjdata type="2384804F-3998-4D57-9195-F3826E402611" data="ewoJIkltZ1NldHRpbmdKc29uIiA6ICJ7XCJoZWlnaHRcIjoyMy4yMTQyODU3MTQyODU3MSxcIndpZHRoXCI6MTguNzQ5OTk5OTk5OTk5OTk2fSIsCgkiTGF0ZXgiIDogInpfe1xcbXV9XntBfSIsCgkiTGF0ZXhJbWdCYXNlNjQiIDogIlBITjJaeUI0Yld4dWN6MGlhSFIwY0RvdkwzZDNkeTUzTXk1dmNtY3ZNakF3TUM5emRtY2lJSGRwWkhSb1BTSXlMalEwWlhnaUlHaGxhV2RvZEQwaU1pNDVPRFJsZUNJZ2NtOXNaVDBpYVcxbklpQm1iMk4xYzJGaWJHVTlJbVpoYkhObElpQjJhV1YzUW05NFBTSXdJQzA1TVRrdU15QXhNRGM0TGpNZ01UTXhPU0lnZUcxc2JuTTZlR3hwYm1zOUltaDBkSEE2THk5M2QzY3Vkek11YjNKbkx6RTVPVGt2ZUd4cGJtc2lJR0Z5YVdFdGFHbGtaR1Z1UFNKMGNuVmxJaUJ6ZEhsc1pUMGlkbVZ5ZEdsallXd3RZV3hwWjI0NklDMHdMamt3TkdWNE95QnRZWGd0ZDJsa2RHZzZJRGs0SlRzaVBqeGtaV1p6UGp4d1lYUm9JR2xrUFNKTlNsZ3RNVGN0VkVWWUxVa3RNVVEwTmpjaUlHUTlJazB6TkRjZ016TTRVVE16TnlBek16Z2dNamswSURNME9WUXlNekVnTXpZd1VUSXhNU0F6TmpBZ01UazNJRE0xTmxReE56UWdNelEyVkRFMk1pQXpNelZVTVRVMUlETXlORXd4TlRNZ016SXdVVEUxTUNBek1UY2dNVE00SURNeE4xRXhNVGNnTXpFM0lERXhOeUF6TWpWUk1URTNJRE16TUNBeE1qQWdNek01VVRFek15QXpOemdnTVRZeklEUXdObFF5TWprZ05EUXdVVEkwTVNBME5ESWdNalEySURRME1sRXlOekVnTkRReUlESTVNU0EwTWpWVU16STVJRE01TWxRek5qY2dNemMxVVRNNE9TQXpOelVnTkRFeElEUXdPRlEwTXpRZ05EUXhVVFF6TlNBME5ESWdORFE1SURRME1rZzBOakpSTkRZNElEUXpOaUEwTmpnZ05ETTBVVFEyT0NBME16QWdORFl6SURReU1GUTBORGtnTXprNVZEUXpNaUF6TnpkVU5ERTRJRE0xT0V3ME1URWdNelE1VVRNMk9DQXlPVGdnTWpjMUlESXhORlF4TmpBZ01UQTJUREUwT0NBNU5Fd3hOak1nT1ROUk1UZzFJRGt6SURJeU55QTRNbFF5T1RBZ056RlJNekk0SURjeElETTJNQ0E1TUZRME1ESWdNVFF3VVRRd05pQXhORGtnTkRBNUlERTFNVlEwTWpRZ01UVXpVVFEwTXlBeE5UTWdORFF6SURFME0xRTBORE1nTVRNNElEUTBNaUF4TXpSUk5ESTFJRGN5SURNM05pQXpNVlF5TnpnZ0xURXhVVEkxTWlBdE1URWdNak15SURaVU1Ua3pJRFF3VkRFMU5TQTFOMUV4TVRFZ05UY2dOellnTFROUk56QWdMVEV4SURVNUlDMHhNVWcxTkVnME1WRXpOU0F0TlNBek5TQXRNbEV6TlNBeE15QTVNeUE0TkZFeE16SWdNVEk1SURJeU5TQXlNVFJVTXpRd0lETXlNbEV6TlRJZ016TTRJRE0wTnlBek16aGFJaTgrUEhCaGRHZ2dhV1E5SWsxS1dDMHhOeTFVUlZndFNTMHhSRFF6TkNJZ1pEMGlUVEl3T0NBM05GRXlNRGdnTlRBZ01qVTBJRFEyVVRJM01pQTBOaUF5TnpJZ016VlJNamN5SURNMElESTNNQ0F5TWxFeU5qY2dPQ0F5TmpRZ05GUXlOVEVnTUZFeU5Ea2dNQ0F5TXprZ01GUXlNRFVnTVZReE5ERWdNbEUzTUNBeUlEVXdJREJJTkRKUk16VWdOeUF6TlNBeE1WRXpOeUF6T0NBME9DQTBOa2cyTWxFeE16SWdORGtnTVRZMElEazJVVEUzTUNBeE1ESWdNelExSURRd01WUTFNak1nTnpBMFVUVXpNQ0EzTVRZZ05UUTNJRGN4TmtnMU5UVklOVGN5VVRVM09DQTNNRGNnTlRjNElEY3dOa3cyTURZZ016Z3pVVFl6TkNBMk1DQTJNellnTlRkUk5qUXhJRFEySURjd01TQTBObEUzTWpZZ05EWWdOekkySURNMlVUY3lOaUF6TkNBM01qTWdNakpSTnpJd0lEY2dOekU0SURSVU56QTBJREJSTnpBeElEQWdOamt3SURCVU5qVXhJREZVTlRjNElESlJORGcwSURJZ05EVTFJREJJTkRRelVUUXpOeUEySURRek55QTVWRFF6T1NBeU4xRTBORE1nTkRBZ05EUTFJRFF6VERRME9TQTBOa2cwTmpsUk5USXpJRFE1SURVek15QTJNMHcxTWpFZ01qRXpTREk0TTB3eU5Ea2dNVFUxVVRJd09DQTROaUF5TURnZ056UmFUVFV4TmlBeU5qQlJOVEUySURJM01TQTFNRFFnTkRFMlZEUTVNQ0ExTmpKTU5EWXpJRFV4T1ZFME5EY2dORGt5SURRd01DQTBNVEpNTXpFd0lESTJNRXcwTVRNZ01qVTVVVFV4TmlBeU5Ua2dOVEUySURJMk1Gb2lMejQ4Y0dGMGFDQnBaRDBpVFVwWUxURTNMVlJGV0MxSkxURkVOekEzSWlCa1BTSk5OVGdnTFRJeE5sRTBOQ0F0TWpFMklETTBJQzB5TURoVU1qTWdMVEU0TmxFeU15QXRNVGMySURrMklERXhObFF4TnpNZ05ERTBVVEU0TmlBME5ESWdNakU1SURRME1sRXlNekVnTkRReElESXpPU0EwTXpWVU1qUTVJRFF5TTFReU5URWdOREV6VVRJMU1TQTBNREVnTWpJd0lESTNPVlF4T0RjZ01UUXlVVEU0TlNBeE16RWdNVGcxSURFd04xWTVPVkV4T0RVZ01qWWdNalV5SURJMlVUSTJNU0F5TmlBeU56QWdNamRVTWpnM0lETXhWRE13TWlBek9GUXpNVFVnTkRWVU16STNJRFUxVkRNek9DQTJOVlF6TkRnZ056ZFVNelUySURnNFZETTJOU0F4TURCTU16Y3lJREV4TUV3ME1EZ2dNalV6VVRRME5DQXpPVFVnTkRRNElEUXdORkUwTmpFZ05ETXhJRFE1TVNBME16RlJOVEEwSURRek1TQTFNVElnTkRJMFZEVXlNeUEwTVRKVU5USTFJRFF3TWt3ME5Ea2dPRFJSTkRRNElEYzVJRFEwT0NBMk9GRTBORGdnTkRNZ05EVTFJRE0xVkRRM05pQXlObEUwT0RVZ01qY2dORGsySURNMVVUVXhOeUExTlNBMU16Y2dNVE14VVRVME15QXhOVEVnTlRRM0lERTFNbEUxTkRrZ01UVXpJRFUxTnlBeE5UTklOVFl4VVRVNE1DQXhOVE1nTlRnd0lERTBORkUxT0RBZ01UTTRJRFUzTlNBeE1UZFVOVFUxSURZelZEVXlNeUF4TTFFMU1UQWdNQ0EwT1RFZ0xUaFJORGd6SUMweE1DQTBOamNnTFRFd1VUUTBOaUF0TVRBZ05ESTVJQzAwVkRRd01pQXhNVlF6T0RVZ01qbFVNemMySURRMFZETTNOQ0ExTVV3ek5qZ2dORFZSTXpZeUlETTVJRE0xTUNBek1GUXpNalFnTVRKVU1qZzRJQzAwVkRJME5pQXRNVEZSTVRrNUlDMHhNU0F4TlRNZ01USk1NVEk1SUMwNE5WRXhNRGdnTFRFMk55QXhNRFFnTFRFNE1GUTVNaUF0TWpBeVVUYzJJQzB5TVRZZ05UZ2dMVEl4TmxvaUx6NDhMMlJsWm5NK1BHY2djM1J5YjJ0bFBTSmpkWEp5Wlc1MFEyOXNiM0lpSUdacGJHdzlJbU4xY25KbGJuUkRiMnh2Y2lJZ2MzUnliMnRsTFhkcFpIUm9QU0l3SWlCMGNtRnVjMlp2Y20wOUluTmpZV3hsS0RFc0xURXBJajQ4WnlCa1lYUmhMVzF0YkMxdWIyUmxQU0p0WVhSb0lqNDhaeUJrWVhSaExXMXRiQzF1YjJSbFBTSnRjM1ZpYzNWd0lqNDhaeUJrWVhSaExXMXRiQzF1YjJSbFBTSnRhU0krUEhWelpTQmtZWFJoTFdNOUlqRkVORFkzSWlCNGJHbHVhenBvY21WbVBTSWpUVXBZTFRFM0xWUkZXQzFKTFRGRU5EWTNJaTgrUEM5blBqeG5JR1JoZEdFdGJXMXNMVzV2WkdVOUlsUmxXRUYwYjIwaUlIUnlZVzV6Wm05eWJUMGlkSEpoYm5Oc1lYUmxLRFE1T0N3ME1UTXBJSE5qWVd4bEtEQXVOekEzS1NJZ1pHRjBZUzF0YW5ndGRHVjRZMnhoYzNNOUlrOVNSQ0krUEdjZ1pHRjBZUzF0Yld3dGJtOWtaVDBpYldraVBqeDFjMlVnWkdGMFlTMWpQU0l4UkRRek5DSWdlR3hwYm1zNmFISmxaajBpSTAxS1dDMHhOeTFVUlZndFNTMHhSRFF6TkNJdlBqd3ZaejQ4TDJjK1BHY2daR0YwWVMxdGJXd3RibTlrWlQwaVZHVllRWFJ2YlNJZ2RISmhibk5tYjNKdFBTSjBjbUZ1YzJ4aGRHVW9ORGs0TEMweU5EY3BJSE5qWVd4bEtEQXVOekEzS1NJZ1pHRjBZUzF0YW5ndGRHVjRZMnhoYzNNOUlrOVNSQ0krUEdjZ1pHRjBZUzF0Yld3dGJtOWtaVDBpYldraVBqeDFjMlVnWkdGMFlTMWpQU0l4UkRjd055SWdlR3hwYm1zNmFISmxaajBpSTAxS1dDMHhOeTFVUlZndFNTMHhSRGN3TnlJdlBqd3ZaejQ4TDJjK1BDOW5Qand2Wno0OEwyYytQQzl6ZG1jKyIsCgkiUmVhbFZpZXdTaXplSnNvbiIgOiAie1wiaGVpZ2h0XCI6NDU5LFwid2lkdGhcIjozNzV9Igp9Cg=="/>
    </extobj>
    <extobj name="2384804F-3998-4D57-9195-F3826E402611-3">
      <extobjdata type="2384804F-3998-4D57-9195-F3826E402611" data="ewoJIkltZ1NldHRpbmdKc29uIiA6ICJ7XCJoZWlnaHRcIjoyMy4yMTQyODU3MTQyODU3MSxcIndpZHRoXCI6MzQuODIxNDI4NTcxNDI4NTd9IiwKCSJMYXRleCIgOiAiel97XFxsb2cgXFxzaWdtYX1ee1J9IiwKCSJMYXRleEltZ0Jhc2U2NCIgOiAiUEhOMlp5QjRiV3h1Y3owaWFIUjBjRG92TDNkM2R5NTNNeTV2Y21jdk1qQXdNQzl6ZG1jaUlIZHBaSFJvUFNJMExqUTJOR1Y0SWlCb1pXbG5hSFE5SWpJdU9UY3paWGdpSUhKdmJHVTlJbWx0WnlJZ1ptOWpkWE5oWW14bFBTSm1ZV3h6WlNJZ2RtbGxkMEp2ZUQwaU1DQXRPRGsySURFNU56TXVNeUF4TXpFMExqSWlJSGh0Ykc1ek9uaHNhVzVyUFNKb2RIUndPaTh2ZDNkM0xuY3pMbTl5Wnk4eE9UazVMM2hzYVc1cklpQmhjbWxoTFdocFpHUmxiajBpZEhKMVpTSWdjM1I1YkdVOUluWmxjblJwWTJGc0xXRnNhV2R1T2lBdE1DNDVORFpsZURzZ2JXRjRMWGRwWkhSb09pQTVPQ1U3SWo0OFpHVm1jejQ4Y0dGMGFDQnBaRDBpVFVwWUxUSTVMVlJGV0MxSkxURkVORFkzSWlCa1BTSk5NelEzSURNek9GRXpNemNnTXpNNElESTVOQ0F6TkRsVU1qTXhJRE0yTUZFeU1URWdNell3SURFNU55QXpOVFpVTVRjMElETTBObFF4TmpJZ016TTFWREUxTlNBek1qUk1NVFV6SURNeU1GRXhOVEFnTXpFM0lERXpPQ0F6TVRkUk1URTNJRE14TnlBeE1UY2dNekkxVVRFeE55QXpNekFnTVRJd0lETXpPVkV4TXpNZ016YzRJREUyTXlBME1EWlVNakk1SURRME1GRXlOREVnTkRReUlESTBOaUEwTkRKUk1qY3hJRFEwTWlBeU9URWdOREkxVkRNeU9TQXpPVEpVTXpZM0lETTNOVkV6T0RrZ016YzFJRFF4TVNBME1EaFVORE0wSURRME1WRTBNelVnTkRReUlEUTBPU0EwTkRKSU5EWXlVVFEyT0NBME16WWdORFk0SURRek5GRTBOamdnTkRNd0lEUTJNeUEwTWpCVU5EUTVJRE01T1ZRME16SWdNemMzVkRReE9DQXpOVGhNTkRFeElETTBPVkV6TmpnZ01qazRJREkzTlNBeU1UUlVNVFl3SURFd05rd3hORGdnT1RSTU1UWXpJRGt6VVRFNE5TQTVNeUF5TWpjZ09ESlVNamt3SURjeFVUTXlPQ0EzTVNBek5qQWdPVEJVTkRBeUlERTBNRkUwTURZZ01UUTVJRFF3T1NBeE5URlVOREkwSURFMU0xRTBORE1nTVRVeklEUTBNeUF4TkROUk5EUXpJREV6T0NBME5ESWdNVE0wVVRReU5TQTNNaUF6TnpZZ016RlVNamM0SUMweE1WRXlOVElnTFRFeElESXpNaUEyVkRFNU15QTBNRlF4TlRVZ05UZFJNVEV4SURVM0lEYzJJQzB6VVRjd0lDMHhNU0ExT1NBdE1URklOVFJJTkRGUk16VWdMVFVnTXpVZ0xUSlJNelVnTVRNZ09UTWdPRFJSTVRNeUlERXlPU0F5TWpVZ01qRTBWRE0wTUNBek1qSlJNelV5SURNek9DQXpORGNnTXpNNFdpSXZQanh3WVhSb0lHbGtQU0pOU2xndE1qa3RWRVZZTFVrdE1VUTBORFVpSUdROUlrMHlNekFnTmpNM1VUSXdNeUEyTXpjZ01UazRJRFl6T0ZReE9UTWdOalE1VVRFNU15QTJOellnTWpBMElEWTRNbEV5TURZZ05qZ3pJRE0zT0NBMk9ETlJOVFV3SURZNE1pQTFOalFnTmpnd1VUWXlNQ0EyTnpJZ05qVTRJRFkxTWxRM01USWdOakEyVkRjek15QTFOak5VTnpNNUlEVXlPVkUzTXprZ05EZzBJRGN4TUNBME5EVlVOalF6SURNNE5WUTFOellnTXpVeFZEVXpPQ0F6TXpoTU5UUTFJRE16TTFFMk1USWdNamsxSURZeE1pQXlNak5STmpFeUlESXhNaUEyTURjZ01UWXlWRFl3TWlBNE1GWTNNVkUyTURJZ05UTWdOakF6SURRelZEWXhOQ0F5TlZRMk5EQWdNVFpSTmpZNElERTJJRFk0TmlBek9GUTNNVElnT0RWUk56RTNJRGs1SURjeU1DQXhNREpVTnpNMUlERXdOVkUzTlRVZ01UQTFJRGMxTlNBNU0xRTNOVFVnTnpVZ056TXhJRE0yVVRZNU15QXRNakVnTmpReElDMHlNVWcyTXpKUk5UY3hJQzB5TVNBMU16RWdORlEwT0RjZ09ESlJORGczSURFd09TQTFNRElnTVRZMlZEVXhOeUF5TXpsUk5URTNJREk1TUNBME56UWdNekV6VVRRMU9TQXpNakFnTkRRNUlETXlNVlF6TnpnZ016SXpTRE13T1V3eU56Y2dNVGt6VVRJME5DQTJNU0F5TkRRZ05UbFJNalEwSURVMUlESTBOU0ExTkZReU5USWdOVEJVTWpZNUlEUTRWRE13TWlBME5rZ3pNek5STXpNNUlETTRJRE16T1NBek4xUXpNellnTVRsUk16TXlJRFlnTXpJMklEQklNekV4VVRJM05TQXlJREU0TUNBeVVURTBOaUF5SURFeE55QXlWRGN4SURKVU5UQWdNVkV6TXlBeElETXpJREV3VVRNeklERXlJRE0ySURJMFVUUXhJRFF6SURRMklEUTFVVFV3SURRMklEWXhJRFEyU0RZM1VUazBJRFEySURFeU55QTBPVkV4TkRFZ05USWdNVFEySURZeFVURTBPU0EyTlNBeU1UZ2dNek01VkRJNE55QTJNamhSTWpnM0lEWXpOU0F5TXpBZ05qTTNXazAyTXpBZ05UVTBVVFl6TUNBMU9EWWdOakE1SURZd09GUTFNak1nTmpNMlVUVXlNU0EyTXpZZ05UQXdJRFl6TmxRME5qSWdOak0zU0RRME1GRXpPVE1nTmpNM0lETTROaUEyTWpkUk16ZzFJRFl5TkNBek5USWdORGswVkRNeE9TQXpOakZSTXpFNUlETTJNQ0F6T0RnZ016WXdVVFEyTmlBek5qRWdORGt5SURNMk4xRTFOVFlnTXpjM0lEVTVNaUEwTWpaUk5qQTRJRFEwT1NBMk1Ua2dORGcyVkRZek1DQTFOVFJhSWk4K1BIQmhkR2dnYVdROUlrMUtXQzB5T1MxVVJWZ3RUaTAyUXlJZ1pEMGlUVFF5SURRMlNEVTJVVGsxSURRMklERXdNeUEyTUZZMk9GRXhNRE1nTnpjZ01UQXpJRGt4VkRFd015QXhNalJVTVRBMElERTJOMVF4TURRZ01qRTNWREV3TkNBeU56SlVNVEEwSURNeU9WRXhNRFFnTXpZMklERXdOQ0EwTURkVU1UQTBJRFE0TWxReE1EUWdOVFF5VkRFd015QTFPRFpVTVRBeklEWXdNMUV4TURBZ05qSXlJRGc1SURZeU9GUTBOQ0EyTXpkSU1qWldOall3VVRJMklEWTRNeUF5T0NBMk9ETk1NemdnTmpnMFVUUTRJRFk0TlNBMk55QTJPRFpVTVRBMElEWTRPRkV4TWpFZ05qZzVJREUwTVNBMk9UQlVNVGN4SURZNU0xUXhPRElnTmprMFNERTROVll6TnpsUk1UZzFJRFl5SURFNE5pQTJNRkV4T1RBZ05USWdNVGs0SURRNVVUSXhPU0EwTmlBeU5EY2dORFpJTWpZelZqQklNalUxVERJek1pQXhVVEl3T1NBeUlERTRNeUF5VkRFME5TQXpWREV3TnlBelZEVTNJREZNTXpRZ01FZ3lObFkwTmtnME1sb2lMejQ4Y0dGMGFDQnBaRDBpVFVwWUxUSTVMVlJGV0MxT0xUWkdJaUJrUFNKTk1qZ2dNakUwVVRJNElETXdPU0E1TXlBek56aFVNalV3SURRME9GRXpOREFnTkRRNElEUXdOU0F6T0RCVU5EY3hJREl4TlZFME56RWdNVEl3SURRd055QTFOVlF5TlRBZ0xURXdVVEUxTXlBdE1UQWdPVEVnTlRkVU1qZ2dNakUwV2sweU5UQWdNekJSTXpjeUlETXdJRE0zTWlBeE9UTldNakkxVmpJMU1GRXpOeklnTWpjeUlETTNNU0F5T0RoVU16WTBJRE15TmxRek5EZ2dNell5VkRNeE55QXpPVEJVTWpZNElEUXhNRkV5TmpNZ05ERXhJREkxTWlBME1URlJNakl5SURReE1TQXhPVFVnTXprNVVURTFNaUF6TnpjZ01UTTVJRE16T0ZReE1qWWdNalEyVmpJeU5sRXhNallnTVRNd0lERTBOU0E1TVZFeE56Y2dNekFnTWpVd0lETXdXaUl2UGp4d1lYUm9JR2xrUFNKTlNsZ3RNamt0VkVWWUxVNHROamNpSUdROUlrMHpNamtnTkRBNVVUTTNNeUEwTlRNZ05ESTVJRFExTTFFME5Ua2dORFV6SURRM01pQTBNelJVTkRnMUlETTVObEUwT0RVZ016Z3lJRFEzTmlBek56RlVORFE1SURNMk1GRTBNVFlnTXpZd0lEUXhNaUF6T1RCUk5ERXdJRFF3TkNBME1UVWdOREV4VVRReE5TQTBNVElnTkRFMklEUXhORlkwTVRWUk16ZzRJRFF4TWlBek5qTWdNemt6VVRNMU5TQXpPRGdnTXpVMUlETTRObEV6TlRVZ016ZzFJRE0xT1NBek9ERlVNelk0SURNMk9WUXpOemtnTXpVeFZETTRPQ0F6TWpWVU16a3lJREk1TWxFek9USWdNak13SURNME15QXhPRGRVTWpJeUlERTBNMUV4TnpJZ01UUXpJREV5TXlBeE56RlJNVEV5SURFMU15QXhNVElnTVRNelVURXhNaUE1T0NBeE16Z2dPREZSTVRRM0lEYzFJREUxTlNBM05WUXlNamNnTnpOUk16RXhJRGN5SURNek5TQTJOMUV6T1RZZ05UZ2dORE14SURJMlVUUTNNQ0F0TVRNZ05EY3dJQzAzTWxFME56QWdMVEV6T1NBek9USWdMVEUzTlZFek16SWdMVEl3TmlBeU5UQWdMVEl3TmxFeE5qY2dMVEl3TmlBeE1EY2dMVEUzTlZFeU9TQXRNVFF3SURJNUlDMDNOVkV5T1NBdE16a2dOVEFnTFRFMVZEa3lJREU0VERFd015QXlORkUyTnlBMU5TQTJOeUF4TURoUk5qY2dNVFUxSURrMklERTVNMUUxTWlBeU16Y2dOVElnTWpreVVUVXlJRE0xTlNBeE1ESWdNems0VkRJeU15QTBOREpSTWpjMElEUTBNaUF6TVRnZ05ERTJURE15T1NBME1EbGFUVEk1T1NBek5ETlJNamswSURNM01TQXlOek1nTXpnM1ZESXlNU0EwTURSUk1Ua3lJRFF3TkNBeE56RWdNemc0VkRFME5TQXpORE5STVRReUlETXlOaUF4TkRJZ01qa3lVVEUwTWlBeU5EZ2dNVFE1SURJeU4xUXhOemtnTVRreVVURTVOaUF4T0RJZ01qSXlJREU0TWxFeU5EUWdNVGd5SURJMk1DQXhPRGxVTWpneklESXdOMVF5T1RRZ01qSTNWREk1T1NBeU5ESlJNekF5SURJMU9DQXpNRElnTWpreVZESTVPU0F6TkROYVRUUXdNeUF0TnpWUk5EQXpJQzAxTUNBek9Ea2dMVE0wVkRNME9DQXRNVEZVTWprNUlDMHlWREkwTlNBd1NESXhPRkV4TlRFZ01DQXhNemdnTFRaUk1URTRJQzB4TlNBeE1EY2dMVE0wVkRrMUlDMDNORkU1TlNBdE9EUWdNVEF4SUMwNU4xUXhNaklnTFRFeU4xUXhOekFnTFRFMU5WUXlOVEFnTFRFMk4xRXpNVGtnTFRFMk55QXpOakVnTFRFek9WUTBNRE1nTFRjMVdpSXZQanh3WVhSb0lHbGtQU0pOU2xndE1qa3RWRVZZTFU0dE1qQTJNU0lnWkQwaUlpOCtQSEJoZEdnZ2FXUTlJazFLV0MweU9TMVVSVmd0U1MweFJEY3dSU0lnWkQwaVRURTROQ0F0TVRGUk1URTJJQzB4TVNBM05DQXpORlF6TVNBeE5EZFJNekVnTWpRM0lERXdOQ0F6TXpOVU1qYzBJRFF6TUZFeU56VWdORE14SURReE5DQTBNekZJTlRVeVVUVTFNeUEwTXpBZ05UVTFJRFF5T1ZRMU5Ua2dOREkzVkRVMk1pQTBNalZVTlRZMUlEUXlNbFExTmpjZ05ESXdWRFUyT1NBME1UWlVOVGN3SURReE1sUTFOekVnTkRBM1ZEVTNNaUEwTURGUk5UY3lJRE0xTnlBMU1EY2dNelUzVVRVd01DQXpOVGNnTkRrd0lETTFOMVEwTnpZZ016VTRTRFF4Tmt3ME1qRWdNelE0VVRRek9TQXpNVEFnTkRNNUlESTJNMUUwTXprZ01UVXpJRE0xT1NBM01WUXhPRFFnTFRFeFdrMHpOakVnTWpjNFVUTTJNU0F6TlRnZ01qYzJJRE0xT0ZFeE5USWdNelU0SURFeE5TQXhPRFJSTVRFMElERTRNQ0F4TVRRZ01UYzRVVEV3TmlBeE5ERWdNVEEySURFeE4xRXhNRFlnTmpjZ01UTXhJRFEzVkRFNE9DQXlObEV5TkRJZ01qWWdNamczSURjelVUTXhOaUF4TURNZ016TTBJREUxTTFRek5UWWdNak16VkRNMk1TQXlOemhhSWk4K1BDOWtaV1p6UGp4bklITjBjbTlyWlQwaVkzVnljbVZ1ZEVOdmJHOXlJaUJtYVd4c1BTSmpkWEp5Wlc1MFEyOXNiM0lpSUhOMGNtOXJaUzEzYVdSMGFEMGlNQ0lnZEhKaGJuTm1iM0p0UFNKelkyRnNaU2d4TEMweEtTSStQR2NnWkdGMFlTMXRiV3d0Ym05a1pUMGliV0YwYUNJK1BHY2daR0YwWVMxdGJXd3RibTlrWlQwaWJYTjFZbk4xY0NJK1BHY2daR0YwWVMxdGJXd3RibTlrWlQwaWJXa2lQangxYzJVZ1pHRjBZUzFqUFNJeFJEUTJOeUlnZUd4cGJtczZhSEpsWmowaUkwMUtXQzB5T1MxVVJWZ3RTUzB4UkRRMk55SXZQand2Wno0OFp5QmtZWFJoTFcxdGJDMXViMlJsUFNKVVpWaEJkRzl0SWlCMGNtRnVjMlp2Y20wOUluUnlZVzV6YkdGMFpTZzBPVGdzTkRFektTQnpZMkZzWlNnd0xqY3dOeWtpSUdSaGRHRXRiV3A0TFhSbGVHTnNZWE56UFNKUFVrUWlQanhuSUdSaGRHRXRiVzFzTFc1dlpHVTlJbTFwSWo0OGRYTmxJR1JoZEdFdFl6MGlNVVEwTkRVaUlIaHNhVzVyT21oeVpXWTlJaU5OU2xndE1qa3RWRVZZTFVrdE1VUTBORFVpTHo0OEwyYytQQzluUGp4bklHUmhkR0V0Ylcxc0xXNXZaR1U5SWxSbFdFRjBiMjBpSUhSeVlXNXpabTl5YlQwaWRISmhibk5zWVhSbEtEUTVPQ3d0TWpjeUxqWXBJSE5qWVd4bEtEQXVOekEzS1NJZ1pHRjBZUzF0YW5ndGRHVjRZMnhoYzNNOUlrOVNSQ0krUEdjZ1pHRjBZUzF0Yld3dGJtOWtaVDBpYldraVBqeDFjMlVnWkdGMFlTMWpQU0kyUXlJZ2VHeHBibXM2YUhKbFpqMGlJMDFLV0MweU9TMVVSVmd0VGkwMlF5SXZQangxYzJVZ1pHRjBZUzFqUFNJMlJpSWdlR3hwYm1zNmFISmxaajBpSTAxS1dDMHlPUzFVUlZndFRpMDJSaUlnZEhKaGJuTm1iM0p0UFNKMGNtRnVjMnhoZEdVb01qYzRMREFwSWk4K1BIVnpaU0JrWVhSaExXTTlJalkzSWlCNGJHbHVhenBvY21WbVBTSWpUVXBZTFRJNUxWUkZXQzFPTFRZM0lpQjBjbUZ1YzJadmNtMDlJblJ5WVc1emJHRjBaU2czTnpnc01Da2lMejQ4TDJjK1BHY2daR0YwWVMxdGJXd3RibTlrWlQwaWJXOGlJSFJ5WVc1elptOXliVDBpZEhKaGJuTnNZWFJsS0RFeU56Z3NNQ2tpUGp4MWMyVWdaR0YwWVMxalBTSXlNRFl4SWlCNGJHbHVhenBvY21WbVBTSWpUVXBZTFRJNUxWUkZXQzFPTFRJd05qRWlMejQ4TDJjK1BHY2daR0YwWVMxdGJXd3RibTlrWlQwaWJXa2lJSFJ5WVc1elptOXliVDBpZEhKaGJuTnNZWFJsS0RFME5EUXVOeXd3S1NJK1BIVnpaU0JrWVhSaExXTTlJakZFTnpCRklpQjRiR2x1YXpwb2NtVm1QU0lqVFVwWUxUSTVMVlJGV0MxSkxURkVOekJGSWk4K1BDOW5Qand2Wno0OEwyYytQQzluUGp3dlp6NDhMM04yWno0PSIsCgkiUmVhbFZpZXdTaXplSnNvbiIgOiAie1wiaGVpZ2h0XCI6NDY0LFwid2lkdGhcIjo2OTZ9Igp9Cg=="/>
    </extobj>
    <extobj name="2384804F-3998-4D57-9195-F3826E402611-4">
      <extobjdata type="2384804F-3998-4D57-9195-F3826E402611" data="ewoJIkltZ1NldHRpbmdKc29uIiA6ICJ7XCJoZWlnaHRcIjoyMy4yMTQyODU3MTQyODU3MSxcIndpZHRoXCI6MzQuODIxNDI4NTcxNDI4NTd9IiwKCSJMYXRleCIgOiAiel97XFxsb2cgXFxzaWdtYX1ee0F9IiwKCSJMYXRleEltZ0Jhc2U2NCIgOiAiUEhOMlp5QjRiV3h1Y3owaWFIUjBjRG92TDNkM2R5NTNNeTV2Y21jdk1qQXdNQzl6ZG1jaUlIZHBaSFJvUFNJMExqUTJOR1Y0SWlCb1pXbG5hSFE5SWpJdU9Ua3laWGdpSUhKdmJHVTlJbWx0WnlJZ1ptOWpkWE5oWW14bFBTSm1ZV3h6WlNJZ2RtbGxkMEp2ZUQwaU1DQXRPVEU1TGpNZ01UazNNeTR6SURFek1qSXVOeUlnZUcxc2JuTTZlR3hwYm1zOUltaDBkSEE2THk5M2QzY3Vkek11YjNKbkx6RTVPVGt2ZUd4cGJtc2lJR0Z5YVdFdGFHbGtaR1Z1UFNKMGNuVmxJaUJ6ZEhsc1pUMGlkbVZ5ZEdsallXd3RZV3hwWjI0NklDMHdMamt4TTJWNE95QnRZWGd0ZDJsa2RHZzZJRGs0SlRzaVBqeGtaV1p6UGp4d1lYUm9JR2xrUFNKTlNsZ3RNak10VkVWWUxVa3RNVVEwTmpjaUlHUTlJazB6TkRjZ016TTRVVE16TnlBek16Z2dNamswSURNME9WUXlNekVnTXpZd1VUSXhNU0F6TmpBZ01UazNJRE0xTmxReE56UWdNelEyVkRFMk1pQXpNelZVTVRVMUlETXlORXd4TlRNZ016SXdVVEUxTUNBek1UY2dNVE00SURNeE4xRXhNVGNnTXpFM0lERXhOeUF6TWpWUk1URTNJRE16TUNBeE1qQWdNek01VVRFek15QXpOemdnTVRZeklEUXdObFF5TWprZ05EUXdVVEkwTVNBME5ESWdNalEySURRME1sRXlOekVnTkRReUlESTVNU0EwTWpWVU16STVJRE01TWxRek5qY2dNemMxVVRNNE9TQXpOelVnTkRFeElEUXdPRlEwTXpRZ05EUXhVVFF6TlNBME5ESWdORFE1SURRME1rZzBOakpSTkRZNElEUXpOaUEwTmpnZ05ETTBVVFEyT0NBME16QWdORFl6SURReU1GUTBORGtnTXprNVZEUXpNaUF6TnpkVU5ERTRJRE0xT0V3ME1URWdNelE1VVRNMk9DQXlPVGdnTWpjMUlESXhORlF4TmpBZ01UQTJUREUwT0NBNU5Fd3hOak1nT1ROUk1UZzFJRGt6SURJeU55QTRNbFF5T1RBZ056RlJNekk0SURjeElETTJNQ0E1TUZRME1ESWdNVFF3VVRRd05pQXhORGtnTkRBNUlERTFNVlEwTWpRZ01UVXpVVFEwTXlBeE5UTWdORFF6SURFME0xRTBORE1nTVRNNElEUTBNaUF4TXpSUk5ESTFJRGN5SURNM05pQXpNVlF5TnpnZ0xURXhVVEkxTWlBdE1URWdNak15SURaVU1Ua3pJRFF3VkRFMU5TQTFOMUV4TVRFZ05UY2dOellnTFROUk56QWdMVEV4SURVNUlDMHhNVWcxTkVnME1WRXpOU0F0TlNBek5TQXRNbEV6TlNBeE15QTVNeUE0TkZFeE16SWdNVEk1SURJeU5TQXlNVFJVTXpRd0lETXlNbEV6TlRJZ016TTRJRE0wTnlBek16aGFJaTgrUEhCaGRHZ2dhV1E5SWsxS1dDMHlNeTFVUlZndFNTMHhSRFF6TkNJZ1pEMGlUVEl3T0NBM05GRXlNRGdnTlRBZ01qVTBJRFEyVVRJM01pQTBOaUF5TnpJZ016VlJNamN5SURNMElESTNNQ0F5TWxFeU5qY2dPQ0F5TmpRZ05GUXlOVEVnTUZFeU5Ea2dNQ0F5TXprZ01GUXlNRFVnTVZReE5ERWdNbEUzTUNBeUlEVXdJREJJTkRKUk16VWdOeUF6TlNBeE1WRXpOeUF6T0NBME9DQTBOa2cyTWxFeE16SWdORGtnTVRZMElEazJVVEUzTUNBeE1ESWdNelExSURRd01WUTFNak1nTnpBMFVUVXpNQ0EzTVRZZ05UUTNJRGN4TmtnMU5UVklOVGN5VVRVM09DQTNNRGNnTlRjNElEY3dOa3cyTURZZ016Z3pVVFl6TkNBMk1DQTJNellnTlRkUk5qUXhJRFEySURjd01TQTBObEUzTWpZZ05EWWdOekkySURNMlVUY3lOaUF6TkNBM01qTWdNakpSTnpJd0lEY2dOekU0SURSVU56QTBJREJSTnpBeElEQWdOamt3SURCVU5qVXhJREZVTlRjNElESlJORGcwSURJZ05EVTFJREJJTkRRelVUUXpOeUEySURRek55QTVWRFF6T1NBeU4xRTBORE1nTkRBZ05EUTFJRFF6VERRME9TQTBOa2cwTmpsUk5USXpJRFE1SURVek15QTJNMHcxTWpFZ01qRXpTREk0TTB3eU5Ea2dNVFUxVVRJd09DQTROaUF5TURnZ056UmFUVFV4TmlBeU5qQlJOVEUySURJM01TQTFNRFFnTkRFMlZEUTVNQ0ExTmpKTU5EWXpJRFV4T1ZFME5EY2dORGt5SURRd01DQTBNVEpNTXpFd0lESTJNRXcwTVRNZ01qVTVVVFV4TmlBeU5Ua2dOVEUySURJMk1Gb2lMejQ4Y0dGMGFDQnBaRDBpVFVwWUxUSXpMVlJGV0MxT0xUWkRJaUJrUFNKTk5ESWdORFpJTlRaUk9UVWdORFlnTVRBeklEWXdWalk0VVRFd015QTNOeUF4TURNZ09URlVNVEF6SURFeU5GUXhNRFFnTVRZM1ZERXdOQ0F5TVRkVU1UQTBJREkzTWxReE1EUWdNekk1VVRFd05DQXpOallnTVRBMElEUXdOMVF4TURRZ05EZ3lWREV3TkNBMU5ESlVNVEF6SURVNE5sUXhNRE1nTmpBelVURXdNQ0EyTWpJZ09Ea2dOakk0VkRRMElEWXpOMGd5TmxZMk5qQlJNallnTmpneklESTRJRFk0TTB3ek9DQTJPRFJSTkRnZ05qZzFJRFkzSURZNE5sUXhNRFFnTmpnNFVURXlNU0EyT0RrZ01UUXhJRFk1TUZReE56RWdOamt6VkRFNE1pQTJPVFJJTVRnMVZqTTNPVkV4T0RVZ05qSWdNVGcySURZd1VURTVNQ0ExTWlBeE9UZ2dORGxSTWpFNUlEUTJJREkwTnlBME5rZ3lOak5XTUVneU5UVk1Nak15SURGUk1qQTVJRElnTVRneklESlVNVFExSUROVU1UQTNJRE5VTlRjZ01Vd3pOQ0F3U0RJMlZqUTJTRFF5V2lJdlBqeHdZWFJvSUdsa1BTSk5TbGd0TWpNdFZFVllMVTR0TmtZaUlHUTlJazB5T0NBeU1UUlJNamdnTXpBNUlEa3pJRE0zT0ZReU5UQWdORFE0VVRNME1DQTBORGdnTkRBMUlETTRNRlEwTnpFZ01qRTFVVFEzTVNBeE1qQWdOREEzSURVMVZESTFNQ0F0TVRCUk1UVXpJQzB4TUNBNU1TQTFOMVF5T0NBeU1UUmFUVEkxTUNBek1GRXpOeklnTXpBZ016Y3lJREU1TTFZeU1qVldNalV3VVRNM01pQXlOeklnTXpjeElESTRPRlF6TmpRZ016STJWRE0wT0NBek5qSlVNekUzSURNNU1GUXlOamdnTkRFd1VUSTJNeUEwTVRFZ01qVXlJRFF4TVZFeU1qSWdOREV4SURFNU5TQXpPVGxSTVRVeUlETTNOeUF4TXprZ016TTRWREV5TmlBeU5EWldNakkyVVRFeU5pQXhNekFnTVRRMUlEa3hVVEUzTnlBek1DQXlOVEFnTXpCYUlpOCtQSEJoZEdnZ2FXUTlJazFLV0MweU15MVVSVmd0VGkwMk55SWdaRDBpVFRNeU9TQTBNRGxSTXpjeklEUTFNeUEwTWprZ05EVXpVVFExT1NBME5UTWdORGN5SURRek5GUTBPRFVnTXprMlVUUTROU0F6T0RJZ05EYzJJRE0zTVZRME5Ea2dNell3VVRReE5pQXpOakFnTkRFeUlETTVNRkUwTVRBZ05EQTBJRFF4TlNBME1URlJOREUxSURReE1pQTBNVFlnTkRFMFZqUXhOVkV6T0RnZ05ERXlJRE0yTXlBek9UTlJNelUxSURNNE9DQXpOVFVnTXpnMlVUTTFOU0F6T0RVZ016VTVJRE00TVZRek5qZ2dNelk1VkRNM09TQXpOVEZVTXpnNElETXlOVlF6T1RJZ01qa3lVVE01TWlBeU16QWdNelF6SURFNE4xUXlNaklnTVRRelVURTNNaUF4TkRNZ01USXpJREUzTVZFeE1USWdNVFV6SURFeE1pQXhNek5STVRFeUlEazRJREV6T0NBNE1WRXhORGNnTnpVZ01UVTFJRGMxVkRJeU55QTNNMUV6TVRFZ056SWdNek0xSURZM1VUTTVOaUExT0NBME16RWdNalpSTkRjd0lDMHhNeUEwTnpBZ0xUY3lVVFEzTUNBdE1UTTVJRE01TWlBdE1UYzFVVE16TWlBdE1qQTJJREkxTUNBdE1qQTJVVEUyTnlBdE1qQTJJREV3TnlBdE1UYzFVVEk1SUMweE5EQWdNamtnTFRjMVVUSTVJQzB6T1NBMU1DQXRNVFZVT1RJZ01UaE1NVEF6SURJMFVUWTNJRFUxSURZM0lERXdPRkUyTnlBeE5UVWdPVFlnTVRrelVUVXlJREl6TnlBMU1pQXlPVEpSTlRJZ016VTFJREV3TWlBek9UaFVNakl6SURRME1sRXlOelFnTkRReUlETXhPQ0EwTVRaTU16STVJRFF3T1ZwTk1qazVJRE0wTTFFeU9UUWdNemN4SURJM015QXpPRGRVTWpJeElEUXdORkV4T1RJZ05EQTBJREUzTVNBek9EaFVNVFExSURNME0xRXhORElnTXpJMklERTBNaUF5T1RKUk1UUXlJREkwT0NBeE5Ea2dNakkzVkRFM09TQXhPVEpSTVRrMklERTRNaUF5TWpJZ01UZ3lVVEkwTkNBeE9ESWdNall3SURFNE9WUXlPRE1nTWpBM1ZESTVOQ0F5TWpkVU1qazVJREkwTWxFek1ESWdNalU0SURNd01pQXlPVEpVTWprNUlETTBNMXBOTkRBeklDMDNOVkUwTURNZ0xUVXdJRE00T1NBdE16UlVNelE0SUMweE1WUXlPVGtnTFRKVU1qUTFJREJJTWpFNFVURTFNU0F3SURFek9DQXRObEV4TVRnZ0xURTFJREV3TnlBdE16UlVPVFVnTFRjMFVUazFJQzA0TkNBeE1ERWdMVGszVkRFeU1pQXRNVEkzVkRFM01DQXRNVFUxVkRJMU1DQXRNVFkzVVRNeE9TQXRNVFkzSURNMk1TQXRNVE01VkRRd015QXROelZhSWk4K1BIQmhkR2dnYVdROUlrMUtXQzB5TXkxVVJWZ3RUaTB5TURZeElpQmtQU0lpTHo0OGNHRjBhQ0JwWkQwaVRVcFlMVEl6TFZSRldDMUpMVEZFTnpCRklpQmtQU0pOTVRnMElDMHhNVkV4TVRZZ0xURXhJRGMwSURNMFZETXhJREUwTjFFek1TQXlORGNnTVRBMElETXpNMVF5TnpRZ05ETXdVVEkzTlNBME16RWdOREUwSURRek1VZzFOVEpSTlRVeklEUXpNQ0ExTlRVZ05ESTVWRFUxT1NBME1qZFVOVFl5SURReU5WUTFOalVnTkRJeVZEVTJOeUEwTWpCVU5UWTVJRFF4TmxRMU56QWdOREV5VkRVM01TQTBNRGRVTlRjeUlEUXdNVkUxTnpJZ016VTNJRFV3TnlBek5UZFJOVEF3SURNMU55QTBPVEFnTXpVM1ZEUTNOaUF6TlRoSU5ERTJURFF5TVNBek5EaFJORE01SURNeE1DQTBNemtnTWpZelVUUXpPU0F4TlRNZ016VTVJRGN4VkRFNE5DQXRNVEZhVFRNMk1TQXlOemhSTXpZeElETTFPQ0F5TnpZZ016VTRVVEUxTWlBek5UZ2dNVEUxSURFNE5GRXhNVFFnTVRnd0lERXhOQ0F4TnpoUk1UQTJJREUwTVNBeE1EWWdNVEUzVVRFd05pQTJOeUF4TXpFZ05EZFVNVGc0SURJMlVUSTBNaUF5TmlBeU9EY2dOek5STXpFMklERXdNeUF6TXpRZ01UVXpWRE0xTmlBeU16TlVNell4SURJM09Gb2lMejQ4TDJSbFpuTStQR2NnYzNSeWIydGxQU0pqZFhKeVpXNTBRMjlzYjNJaUlHWnBiR3c5SW1OMWNuSmxiblJEYjJ4dmNpSWdjM1J5YjJ0bExYZHBaSFJvUFNJd0lpQjBjbUZ1YzJadmNtMDlJbk5qWVd4bEtERXNMVEVwSWo0OFp5QmtZWFJoTFcxdGJDMXViMlJsUFNKdFlYUm9JajQ4WnlCa1lYUmhMVzF0YkMxdWIyUmxQU0p0YzNWaWMzVndJajQ4WnlCa1lYUmhMVzF0YkMxdWIyUmxQU0p0YVNJK1BIVnpaU0JrWVhSaExXTTlJakZFTkRZM0lpQjRiR2x1YXpwb2NtVm1QU0lqVFVwWUxUSXpMVlJGV0MxSkxURkVORFkzSWk4K1BDOW5QanhuSUdSaGRHRXRiVzFzTFc1dlpHVTlJbFJsV0VGMGIyMGlJSFJ5WVc1elptOXliVDBpZEhKaGJuTnNZWFJsS0RRNU9DdzBNVE1wSUhOallXeGxLREF1TnpBM0tTSWdaR0YwWVMxdGFuZ3RkR1Y0WTJ4aGMzTTlJazlTUkNJK1BHY2daR0YwWVMxdGJXd3RibTlrWlQwaWJXa2lQangxYzJVZ1pHRjBZUzFqUFNJeFJEUXpOQ0lnZUd4cGJtczZhSEpsWmowaUkwMUtXQzB5TXkxVVJWZ3RTUzB4UkRRek5DSXZQand2Wno0OEwyYytQR2NnWkdGMFlTMXRiV3d0Ym05a1pUMGlWR1ZZUVhSdmJTSWdkSEpoYm5ObWIzSnRQU0owY21GdWMyeGhkR1VvTkRrNExDMHlOVGN1TnlrZ2MyTmhiR1VvTUM0M01EY3BJaUJrWVhSaExXMXFlQzEwWlhoamJHRnpjejBpVDFKRUlqNDhaeUJrWVhSaExXMXRiQzF1YjJSbFBTSnRhU0krUEhWelpTQmtZWFJoTFdNOUlqWkRJaUI0YkdsdWF6cG9jbVZtUFNJalRVcFlMVEl6TFZSRldDMU9MVFpESWk4K1BIVnpaU0JrWVhSaExXTTlJalpHSWlCNGJHbHVhenBvY21WbVBTSWpUVXBZTFRJekxWUkZXQzFPTFRaR0lpQjBjbUZ1YzJadmNtMDlJblJ5WVc1emJHRjBaU2d5Tnpnc01Da2lMejQ4ZFhObElHUmhkR0V0WXowaU5qY2lJSGhzYVc1ck9taHlaV1k5SWlOTlNsZ3RNak10VkVWWUxVNHROamNpSUhSeVlXNXpabTl5YlQwaWRISmhibk5zWVhSbEtEYzNPQ3d3S1NJdlBqd3ZaejQ4WnlCa1lYUmhMVzF0YkMxdWIyUmxQU0p0YnlJZ2RISmhibk5tYjNKdFBTSjBjbUZ1YzJ4aGRHVW9NVEkzT0N3d0tTSStQSFZ6WlNCa1lYUmhMV005SWpJd05qRWlJSGhzYVc1ck9taHlaV1k5SWlOTlNsZ3RNak10VkVWWUxVNHRNakEyTVNJdlBqd3ZaejQ4WnlCa1lYUmhMVzF0YkMxdWIyUmxQU0p0YVNJZ2RISmhibk5tYjNKdFBTSjBjbUZ1YzJ4aGRHVW9NVFEwTkM0M0xEQXBJajQ4ZFhObElHUmhkR0V0WXowaU1VUTNNRVVpSUhoc2FXNXJPbWh5WldZOUlpTk5TbGd0TWpNdFZFVllMVWt0TVVRM01FVWlMejQ4TDJjK1BDOW5Qand2Wno0OEwyYytQQzluUGp3dmMzWm5QZz09IiwKCSJSZWFsVmlld1NpemVKc29uIiA6ICJ7XCJoZWlnaHRcIjo0NjcsXCJ3aWR0aFwiOjY5Nn0iCn0K"/>
    </extobj>
    <extobj name="2384804F-3998-4D57-9195-F3826E402611-5">
      <extobjdata type="2384804F-3998-4D57-9195-F3826E402611" data="ewoJIkltZ1NldHRpbmdKc29uIiA6ICJ7XCJoZWlnaHRcIjoxNi4wNzE0Mjg1NzE0Mjg1NyxcIndpZHRoXCI6MTguNzQ5OTk5OTk5OTk5OTk2fSIsCgkiTGF0ZXgiIDogInpee1J9IiwKCSJMYXRleEltZ0Jhc2U2NCIgOiAiUEhOMlp5QjRiV3h1Y3owaWFIUjBjRG92TDNkM2R5NTNNeTV2Y21jdk1qQXdNQzl6ZG1jaUlIZHBaSFJvUFNJeUxqUTFOR1Y0SWlCb1pXbG5hSFE5SWpJdU1EVXlaWGdpSUhKdmJHVTlJbWx0WnlJZ1ptOWpkWE5oWW14bFBTSm1ZV3h6WlNJZ2RtbGxkMEp2ZUQwaU1DQXRPRGsySURFd09EUXVOeUE1TURjaUlIaHRiRzV6T25oc2FXNXJQU0pvZEhSd09pOHZkM2QzTG5jekxtOXlaeTh4T1RrNUwzaHNhVzVySWlCaGNtbGhMV2hwWkdSbGJqMGlkSEoxWlNJZ2MzUjViR1U5SW5abGNuUnBZMkZzTFdGc2FXZHVPaUF0TUM0d01qVmxlRHNnYldGNExYZHBaSFJvT2lBNU9DVTdJajQ4WkdWbWN6NDhjR0YwYUNCcFpEMGlUVXBZTFRJNExWUkZXQzFKTFRGRU5EWTNJaUJrUFNKTk16UTNJRE16T0ZFek16Y2dNek00SURJNU5DQXpORGxVTWpNeElETTJNRkV5TVRFZ016WXdJREU1TnlBek5UWlVNVGMwSURNME5sUXhOaklnTXpNMVZERTFOU0F6TWpSTU1UVXpJRE15TUZFeE5UQWdNekUzSURFek9DQXpNVGRSTVRFM0lETXhOeUF4TVRjZ016STFVVEV4TnlBek16QWdNVEl3SURNek9WRXhNek1nTXpjNElERTJNeUEwTURaVU1qSTVJRFEwTUZFeU5ERWdORFF5SURJME5pQTBOREpSTWpjeElEUTBNaUF5T1RFZ05ESTFWRE15T1NBek9USlVNelkzSURNM05WRXpPRGtnTXpjMUlEUXhNU0EwTURoVU5ETTBJRFEwTVZFME16VWdORFF5SURRME9TQTBOREpJTkRZeVVUUTJPQ0EwTXpZZ05EWTRJRFF6TkZFME5qZ2dORE13SURRMk15QTBNakJVTkRRNUlETTVPVlEwTXpJZ016YzNWRFF4T0NBek5UaE1OREV4SURNME9WRXpOamdnTWprNElESTNOU0F5TVRSVU1UWXdJREV3Tmt3eE5EZ2dPVFJNTVRZeklEa3pVVEU0TlNBNU15QXlNamNnT0RKVU1qa3dJRGN4VVRNeU9DQTNNU0F6TmpBZ09UQlVOREF5SURFME1GRTBNRFlnTVRRNUlEUXdPU0F4TlRGVU5ESTBJREUxTTFFME5ETWdNVFV6SURRME15QXhORE5STkRReklERXpPQ0EwTkRJZ01UTTBVVFF5TlNBM01pQXpOellnTXpGVU1qYzRJQzB4TVZFeU5USWdMVEV4SURJek1pQTJWREU1TXlBME1GUXhOVFVnTlRkUk1URXhJRFUzSURjMklDMHpVVGN3SUMweE1TQTFPU0F0TVRGSU5UUklOREZSTXpVZ0xUVWdNelVnTFRKUk16VWdNVE1nT1RNZ09EUlJNVE15SURFeU9TQXlNalVnTWpFMFZETTBNQ0F6TWpKUk16VXlJRE16T0NBek5EY2dNek00V2lJdlBqeHdZWFJvSUdsa1BTSk5TbGd0TWpndFZFVllMVWt0TVVRME5EVWlJR1E5SWsweU16QWdOak0zVVRJd015QTJNemNnTVRrNElEWXpPRlF4T1RNZ05qUTVVVEU1TXlBMk56WWdNakEwSURZNE1sRXlNRFlnTmpneklETTNPQ0EyT0ROUk5UVXdJRFk0TWlBMU5qUWdOamd3VVRZeU1DQTJOeklnTmpVNElEWTFNbFEzTVRJZ05qQTJWRGN6TXlBMU5qTlVOek01SURVeU9WRTNNemtnTkRnMElEY3hNQ0EwTkRWVU5qUXpJRE00TlZRMU56WWdNelV4VkRVek9DQXpNemhNTlRRMUlETXpNMUUyTVRJZ01qazFJRFl4TWlBeU1qTlJOakV5SURJeE1pQTJNRGNnTVRZeVZEWXdNaUE0TUZZM01WRTJNRElnTlRNZ05qQXpJRFF6VkRZeE5DQXlOVlEyTkRBZ01UWlJOalk0SURFMklEWTROaUF6T0ZRM01USWdPRFZSTnpFM0lEazVJRGN5TUNBeE1ESlVOek0xSURFd05WRTNOVFVnTVRBMUlEYzFOU0E1TTFFM05UVWdOelVnTnpNeElETTJVVFk1TXlBdE1qRWdOalF4SUMweU1VZzJNekpSTlRjeElDMHlNU0ExTXpFZ05GUTBPRGNnT0RKUk5EZzNJREV3T1NBMU1ESWdNVFkyVkRVeE55QXlNemxSTlRFM0lESTVNQ0EwTnpRZ016RXpVVFExT1NBek1qQWdORFE1SURNeU1WUXpOemdnTXpJelNETXdPVXd5TnpjZ01Ua3pVVEkwTkNBMk1TQXlORFFnTlRsUk1qUTBJRFUxSURJME5TQTFORlF5TlRJZ05UQlVNalk1SURRNFZETXdNaUEwTmtnek16TlJNek01SURNNElETXpPU0F6TjFRek16WWdNVGxSTXpNeUlEWWdNekkySURCSU16RXhVVEkzTlNBeUlERTRNQ0F5VVRFME5pQXlJREV4TnlBeVZEY3hJREpVTlRBZ01WRXpNeUF4SURNeklERXdVVE16SURFeUlETTJJREkwVVRReElEUXpJRFEySURRMVVUVXdJRFEySURZeElEUTJTRFkzVVRrMElEUTJJREV5TnlBME9WRXhOREVnTlRJZ01UUTJJRFl4VVRFME9TQTJOU0F5TVRnZ016TTVWREk0TnlBMk1qaFJNamczSURZek5TQXlNekFnTmpNM1drMDJNekFnTlRVMFVUWXpNQ0ExT0RZZ05qQTVJRFl3T0ZRMU1qTWdOak0yVVRVeU1TQTJNellnTlRBd0lEWXpObFEwTmpJZ05qTTNTRFEwTUZFek9UTWdOak0zSURNNE5pQTJNamRSTXpnMUlEWXlOQ0F6TlRJZ05EazBWRE14T1NBek5qRlJNekU1SURNMk1DQXpPRGdnTXpZd1VUUTJOaUF6TmpFZ05Ea3lJRE0yTjFFMU5UWWdNemMzSURVNU1pQTBNalpSTmpBNElEUTBPU0EyTVRrZ05EZzJWRFl6TUNBMU5UUmFJaTgrUEM5a1pXWnpQanhuSUhOMGNtOXJaVDBpWTNWeWNtVnVkRU52Ykc5eUlpQm1hV3hzUFNKamRYSnlaVzUwUTI5c2IzSWlJSE4wY205clpTMTNhV1IwYUQwaU1DSWdkSEpoYm5ObWIzSnRQU0p6WTJGc1pTZ3hMQzB4S1NJK1BHY2daR0YwWVMxdGJXd3RibTlrWlQwaWJXRjBhQ0krUEdjZ1pHRjBZUzF0Yld3dGJtOWtaVDBpYlhOMWNDSStQR2NnWkdGMFlTMXRiV3d0Ym05a1pUMGliV2tpUGp4MWMyVWdaR0YwWVMxalBTSXhSRFEyTnlJZ2VHeHBibXM2YUhKbFpqMGlJMDFLV0MweU9DMVVSVmd0U1MweFJEUTJOeUl2UGp3dlp6NDhaeUJrWVhSaExXMXRiQzF1YjJSbFBTSlVaVmhCZEc5dElpQjBjbUZ1YzJadmNtMDlJblJ5WVc1emJHRjBaU2cwT1Rnc05ERXpLU0J6WTJGc1pTZ3dMamN3TnlraUlHUmhkR0V0YldwNExYUmxlR05zWVhOelBTSlBVa1FpUGp4bklHUmhkR0V0Ylcxc0xXNXZaR1U5SW0xcElqNDhkWE5sSUdSaGRHRXRZejBpTVVRME5EVWlJSGhzYVc1ck9taHlaV1k5SWlOTlNsZ3RNamd0VkVWWUxVa3RNVVEwTkRVaUx6NDhMMmMrUEM5blBqd3ZaejQ4TDJjK1BDOW5Qand2YzNablBnPT0iLAoJIlJlYWxWaWV3U2l6ZUpzb24iIDogIntcImhlaWdodFwiOjMxMyxcIndpZHRoXCI6Mzc1fSIKfQo="/>
    </extobj>
    <extobj name="2384804F-3998-4D57-9195-F3826E402611-6">
      <extobjdata type="2384804F-3998-4D57-9195-F3826E402611" data="ewoJIkltZ1NldHRpbmdKc29uIiA6ICJ7XCJoZWlnaHRcIjoxNi4wNzE0Mjg1NzE0Mjg1NyxcIndpZHRoXCI6MTguNzQ5OTk5OTk5OTk5OTk2fSIsCgkiTGF0ZXgiIDogInpee0F9XG4iLAoJIkxhdGV4SW1nQmFzZTY0IiA6ICJQSE4yWnlCNGJXeHVjejBpYUhSMGNEb3ZMM2QzZHk1M015NXZjbWN2TWpBd01DOXpkbWNpSUhkcFpIUm9QU0l5TGpRMFpYZ2lJR2hsYVdkb2REMGlNaTR4TURWbGVDSWdjbTlzWlQwaWFXMW5JaUJtYjJOMWMyRmliR1U5SW1aaGJITmxJaUIyYVdWM1FtOTRQU0l3SUMwNU1Ua3VNeUF4TURjNExqTWdPVE13TGpNaUlIaHRiRzV6T25oc2FXNXJQU0pvZEhSd09pOHZkM2QzTG5jekxtOXlaeTh4T1RrNUwzaHNhVzVySWlCaGNtbGhMV2hwWkdSbGJqMGlkSEoxWlNJZ2MzUjViR1U5SW5abGNuUnBZMkZzTFdGc2FXZHVPaUF0TUM0d01qVmxlRHNnYldGNExYZHBaSFJvT2lBNU9DVTdJajQ4WkdWbWN6NDhjR0YwYUNCcFpEMGlUVXBZTFRFd0xWUkZXQzFKTFRGRU5EWTNJaUJrUFNKTk16UTNJRE16T0ZFek16Y2dNek00SURJNU5DQXpORGxVTWpNeElETTJNRkV5TVRFZ016WXdJREU1TnlBek5UWlVNVGMwSURNME5sUXhOaklnTXpNMVZERTFOU0F6TWpSTU1UVXpJRE15TUZFeE5UQWdNekUzSURFek9DQXpNVGRSTVRFM0lETXhOeUF4TVRjZ016STFVVEV4TnlBek16QWdNVEl3SURNek9WRXhNek1nTXpjNElERTJNeUEwTURaVU1qSTVJRFEwTUZFeU5ERWdORFF5SURJME5pQTBOREpSTWpjeElEUTBNaUF5T1RFZ05ESTFWRE15T1NBek9USlVNelkzSURNM05WRXpPRGtnTXpjMUlEUXhNU0EwTURoVU5ETTBJRFEwTVZFME16VWdORFF5SURRME9TQTBOREpJTkRZeVVUUTJPQ0EwTXpZZ05EWTRJRFF6TkZFME5qZ2dORE13SURRMk15QTBNakJVTkRRNUlETTVPVlEwTXpJZ016YzNWRFF4T0NBek5UaE1OREV4SURNME9WRXpOamdnTWprNElESTNOU0F5TVRSVU1UWXdJREV3Tmt3eE5EZ2dPVFJNTVRZeklEa3pVVEU0TlNBNU15QXlNamNnT0RKVU1qa3dJRGN4VVRNeU9DQTNNU0F6TmpBZ09UQlVOREF5SURFME1GRTBNRFlnTVRRNUlEUXdPU0F4TlRGVU5ESTBJREUxTTFFME5ETWdNVFV6SURRME15QXhORE5STkRReklERXpPQ0EwTkRJZ01UTTBVVFF5TlNBM01pQXpOellnTXpGVU1qYzRJQzB4TVZFeU5USWdMVEV4SURJek1pQTJWREU1TXlBME1GUXhOVFVnTlRkUk1URXhJRFUzSURjMklDMHpVVGN3SUMweE1TQTFPU0F0TVRGSU5UUklOREZSTXpVZ0xUVWdNelVnTFRKUk16VWdNVE1nT1RNZ09EUlJNVE15SURFeU9TQXlNalVnTWpFMFZETTBNQ0F6TWpKUk16VXlJRE16T0NBek5EY2dNek00V2lJdlBqeHdZWFJvSUdsa1BTSk5TbGd0TVRBdFZFVllMVWt0TVVRME16UWlJR1E5SWsweU1EZ2dOelJSTWpBNElEVXdJREkxTkNBME5sRXlOeklnTkRZZ01qY3lJRE0xVVRJM01pQXpOQ0F5TnpBZ01qSlJNalkzSURnZ01qWTBJRFJVTWpVeElEQlJNalE1SURBZ01qTTVJREJVTWpBMUlERlVNVFF4SURKUk56QWdNaUExTUNBd1NEUXlVVE0xSURjZ016VWdNVEZSTXpjZ016Z2dORGdnTkRaSU5qSlJNVE15SURRNUlERTJOQ0E1TmxFeE56QWdNVEF5SURNME5TQTBNREZVTlRJeklEY3dORkUxTXpBZ056RTJJRFUwTnlBM01UWklOVFUxU0RVM01sRTFOemdnTnpBM0lEVTNPQ0EzTURaTU5qQTJJRE00TTFFMk16UWdOakFnTmpNMklEVTNVVFkwTVNBME5pQTNNREVnTkRaUk56STJJRFEySURjeU5pQXpObEUzTWpZZ016UWdOekl6SURJeVVUY3lNQ0EzSURjeE9DQTBWRGN3TkNBd1VUY3dNU0F3SURZNU1DQXdWRFkxTVNBeFZEVTNPQ0F5VVRRNE5DQXlJRFExTlNBd1NEUTBNMUUwTXpjZ05pQTBNemNnT1ZRME16a2dNamRSTkRReklEUXdJRFEwTlNBME0wdzBORGtnTkRaSU5EWTVVVFV5TXlBME9TQTFNek1nTmpOTU5USXhJREl4TTBneU9ETk1NalE1SURFMU5WRXlNRGdnT0RZZ01qQTRJRGMwV2swMU1UWWdNall3VVRVeE5pQXlOekVnTlRBMElEUXhObFEwT1RBZ05UWXlURFEyTXlBMU1UbFJORFEzSURRNU1pQTBNREFnTkRFeVRETXhNQ0F5TmpCTU5ERXpJREkxT1ZFMU1UWWdNalU1SURVeE5pQXlOakJhSWk4K1BDOWtaV1p6UGp4bklITjBjbTlyWlQwaVkzVnljbVZ1ZEVOdmJHOXlJaUJtYVd4c1BTSmpkWEp5Wlc1MFEyOXNiM0lpSUhOMGNtOXJaUzEzYVdSMGFEMGlNQ0lnZEhKaGJuTm1iM0p0UFNKelkyRnNaU2d4TEMweEtTSStQR2NnWkdGMFlTMXRiV3d0Ym05a1pUMGliV0YwYUNJK1BHY2daR0YwWVMxdGJXd3RibTlrWlQwaWJYTjFjQ0krUEdjZ1pHRjBZUzF0Yld3dGJtOWtaVDBpYldraVBqeDFjMlVnWkdGMFlTMWpQU0l4UkRRMk55SWdlR3hwYm1zNmFISmxaajBpSTAxS1dDMHhNQzFVUlZndFNTMHhSRFEyTnlJdlBqd3ZaejQ4WnlCa1lYUmhMVzF0YkMxdWIyUmxQU0pVWlZoQmRHOXRJaUIwY21GdWMyWnZjbTA5SW5SeVlXNXpiR0YwWlNnME9UZ3NOREV6S1NCelkyRnNaU2d3TGpjd055a2lJR1JoZEdFdGJXcDRMWFJsZUdOc1lYTnpQU0pQVWtRaVBqeG5JR1JoZEdFdGJXMXNMVzV2WkdVOUltMXBJajQ4ZFhObElHUmhkR0V0WXowaU1VUTBNelFpSUhoc2FXNXJPbWh5WldZOUlpTk5TbGd0TVRBdFZFVllMVWt0TVVRME16UWlMejQ4TDJjK1BDOW5Qand2Wno0OEwyYytQQzluUGp3dmMzWm5QZz09IiwKCSJSZWFsVmlld1NpemVKc29uIiA6ICJ7XCJoZWlnaHRcIjozMjQsXCJ3aWR0aFwiOjM3NX0iCn0K"/>
    </extobj>
    <extobj name="2384804F-3998-4D57-9195-F3826E402611-7">
      <extobjdata type="2384804F-3998-4D57-9195-F3826E402611" data="ewoJIkltZ1NldHRpbmdKc29uIiA6ICJ7XCJoZWlnaHRcIjoxNy44NTcxNDI4NTcxNDI4NTQsXCJ3aWR0aFwiOjQzLjc0OTk5OTk5OTk5OTk5fSIsCgkiTGF0ZXgiIDogIlxcbGFtYmRhXFxtYXRoY2Fse0xfe2NsaXB9fSIsCgkiTGF0ZXhJbWdCYXNlNjQiIDogIlBITjJaeUI0Yld4dWN6MGlhSFIwY0RvdkwzZDNkeTUzTXk1dmNtY3ZNakF3TUM5emRtY2lJSGRwWkhSb1BTSTFMalU1TkdWNElpQm9aV2xuYUhROUlqSXVNalExWlhnaUlISnZiR1U5SW1sdFp5SWdabTlqZFhOaFlteGxQU0ptWVd4elpTSWdkbWxsZDBKdmVEMGlNQ0F0TnpBMUlESTBOekl1TlNBNU9USXVNaUlnZUcxc2JuTTZlR3hwYm1zOUltaDBkSEE2THk5M2QzY3Vkek11YjNKbkx6RTVPVGt2ZUd4cGJtc2lJR0Z5YVdFdGFHbGtaR1Z1UFNKMGNuVmxJaUJ6ZEhsc1pUMGlkbVZ5ZEdsallXd3RZV3hwWjI0NklDMHdMalkxWlhnN0lHMWhlQzEzYVdSMGFEb2dPVGdsT3lJK1BHUmxabk0rUEhCaGRHZ2dhV1E5SWsxS1dDMDNMVlJGV0MxSkxURkVOekEySWlCa1BTSk5NVFkySURZM00xRXhOallnTmpnMUlERTRNeUEyT1RSSU1qQXlVVEk1TWlBMk9URWdNekUySURZME5GRXpNaklnTmpJNUlETTNNeUEwT0RaVU5EYzBJREl3TjFRMU1qUWdOamRSTlRNeElEUTNJRFV6TnlBek5GUTFORFlnTVRWVU5UVXhJRFpVTlRVMUlESlVOVFUySUMweVZEVTFNQ0F0TVRGSU5EZ3lVVFExTnlBeklEUTFNQ0F4T0ZRek9Ua2dNVFV5VERNMU5DQXlOemRNTXpRd0lESTJNbEV6TWpjZ01qUTJJREk1TXlBeU1EZFVNak0ySURFME1WRXlNVEVnTVRFeUlERTNOQ0EyT1ZFeE1qTWdPU0F4TVRFZ0xURlVPRE1nTFRFeVVUUTNJQzB4TWlBME55QXlNRkUwTnlBek55QTJNU0ExTWxReE9Ua2dNVGczVVRJeU9TQXlNVFlnTWpZMklESTFNbFF6TWpFZ016QTJURE16T0NBek1qSlJNek00SURNeU15QXlPRGdnTkRZeVZESXpOQ0EyTVRKUk1qRTBJRFkxTnlBeE9ETWdOalUzVVRFMk5pQTJOVGNnTVRZMklEWTNNMW9pTHo0OGNHRjBhQ0JwWkQwaVRVcFlMVGN0VkVWWUxVTXRORU1pSUdROUlrMDJNaUF0TWpKVU5EY2dMVEl5VkRNeUlDMHhNVkV6TWlBdE1TQTFOaUF5TkZRNE15QTFOVkV4TVRNZ09UWWdNVE00SURFM01sUXhPREFnTXpJd1ZESXpOQ0EwTnpOVU16SXpJRFl3T1ZFek5qUWdOalE1SURReE9TQTJOemRVTlRNeElEY3dOVkUxTlRrZ056QTFJRFUzT0NBMk9UWlVOakEwSURZM01WUTJNVFVnTmpRMVZEWXhPQ0EyTWpOV05qRXhVVFl4T0NBMU9ESWdOakUxSURVM01WUTFPVGdnTlRRNFVUVTRNU0ExTXpFZ05UVTRJRFV5TUZRMU1UZ2dOVEE1VVRVd015QTFNRGtnTlRBeklEVXlNRkUxTURNZ05USXpJRFV3TlNBMU16WlVOVEEzSURVMk1GRTFNRGNnTlRrd0lEUTVOQ0EyTVRCVU5EVXlJRFl6TUZFME1qTWdOak13SURReE1DQTJNVGRSTXpZM0lEVTNPQ0F6TXpNZ05Ea3lWREkzTVNBek1ERlVNak16SURFM01GRXlNVEVnTVRJeklESXdOQ0F4TVRKTU1UazRJREV3TTB3eU1qUWdNVEF5VVRJNE1TQXhNRElnTXpZNUlEYzVWRFV3T1NBMU1rZzFNak5STlRNMUlEWTBJRFUwTkNBNE4xUTFOemtnTVRJNFVUWXhOaUF4TlRJZ05qUXhJREUxTWxFMk5UWWdNVFV5SURZMU5pQXhOREpSTmpVMklERXdNU0ExT0RnZ05EQlVORE16SUMweU1sRXpPREVnTFRJeUlESTRPU0F4VkRFMU5pQXlPRXd4TkRFZ01qbE1NVE14SURJd1VURXhNU0F3SURnM0lDMHhNVm9pTHo0OGNHRjBhQ0JwWkQwaVRVcFlMVGN0VkVWWUxVTXRNVVEwTlRBaUlHUTlJazB6TkNBeE5UbFJNelFnTWpZNElERXlNQ0F6TlRWVU16QTJJRFEwTWxFek5qSWdORFF5SURNNU5DQTBNVGhVTkRJM0lETTFOVkUwTWpjZ016STJJRFF3T0NBek1EWlVNell3SURJNE5WRXpOREVnTWpnMUlETXpNQ0F5T1RWVU16RTVJRE15TlZRek16QWdNelU1VkRNMU1pQXpPREJVTXpZMklETTROa2d6TmpkUk16WTNJRE00T0NBek5qRWdNemt5VkRNME1DQTBNREJVTXpBMklEUXdORkV5TnpZZ05EQTBJREkwT1NBek9UQlJNakk0SURNNE1TQXlNRFlnTXpVNVVURTJNaUF6TVRVZ01UUXlJREl6TlZReE1qRWdNVEU1VVRFeU1TQTNNeUF4TkRjZ05UQlJNVFk1SURJMklESXdOU0F5TmtneU1EbFJNekl4SURJMklETTVOQ0F4TVRGUk5EQXpJREV5TVNBME1EWWdNVEl4VVRReE1DQXhNakVnTkRFNUlERXhNbFEwTWprZ09UaFVOREl3SURnelZETTVNU0ExTlZRek5EWWdNalZVTWpneUlEQlVNakF5SUMweE1WRXhNamNnTFRFeElEZ3hJRE0zVkRNMElERTFPVm9pTHo0OGNHRjBhQ0JwWkQwaVRVcFlMVGN0VkVWWUxVTXRNVVEwTlRraUlHUTlJazB4TVRjZ05UbFJNVEUzSURJMklERTBNaUF5TmxFeE56a2dNallnTWpBMUlERXpNVkV5TVRFZ01UVXhJREl4TlNBeE5USlJNakUzSURFMU15QXlNalVnTVRVelNESXlPVkV5TXpnZ01UVXpJREkwTVNBeE5UTlVNalEySURFMU1WUXlORGdnTVRRMFVUSTBOeUF4TXpnZ01qUTFJREV5T0ZReU16UWdPVEJVTWpFMElEUXpWREU0TXlBMlZERXpOeUF0TVRGUk1UQXhJQzB4TVNBM01DQXhNVlF6T0NBNE5WRXpPQ0E1TnlBek9TQXhNREpNTVRBMElETTJNRkV4TmpjZ05qRTFJREUyTnlBMk1qTlJNVFkzSURZeU5pQXhOallnTmpJNFZERTJNaUEyTXpKVU1UVTNJRFl6TkZReE5Ea2dOak0xVkRFME1TQTJNelpVTVRNeUlEWXpOMVF4TWpJZ05qTTNVVEV4TWlBMk16Y2dNVEE1SURZek4xUXhNREVnTmpNNFZEazFJRFkwTVZRNU5DQTJORGRST1RRZ05qUTVJRGsySURZMk1WRXhNREVnTmpnd0lERXdOeUEyT0RKVU1UYzVJRFk0T0ZFeE9UUWdOamc1SURJeE15QTJPVEJVTWpReklEWTVNMVF5TlRRZ05qazBVVEkyTmlBMk9UUWdNalkySURZNE5sRXlOallnTmpjMUlERTVNeUF6T0RaVU1URTRJRGd6VVRFeE9DQTRNU0F4TVRnZ056VlVNVEUzSURZMVZqVTVXaUl2UGp4d1lYUm9JR2xrUFNKTlNsZ3ROeTFVUlZndFF5MHhSRFExTmlJZ1pEMGlUVEU0TkNBMk1EQlJNVGcwSURZeU5DQXlNRE1nTmpReVZESTBOeUEyTmpGUk1qWTFJRFkyTVNBeU56Y2dOalE1VkRJNU1DQTJNVGxSTWprd0lEVTVOaUF5TnpBZ05UYzNWREl5TmlBMU5UZFJNakV4SURVMU55QXhPVGdnTlRZM1ZERTROQ0EyTURCYVRUSXhJREk0TjFFeU1TQXlPVFVnTXpBZ016RTRWRFUwSURNMk9WUTVPQ0EwTWpCVU1UVTRJRFEwTWxFeE9UY2dORFF5SURJeU15QTBNVGxVTWpVd0lETTFOMUV5TlRBZ016UXdJREl6TmlBek1ERlVNVGsySURFNU5sUXhOVFFnT0ROUk1UUTVJRFl4SURFME9TQTFNVkV4TkRrZ01qWWdNVFkySURJMlVURTNOU0F5TmlBeE9EVWdNamxVTWpBNElEUXpWREl6TlNBM09GUXlOakFnTVRNM1VUSTJNeUF4TkRrZ01qWTFJREUxTVZReU9ESWdNVFV6VVRNd01pQXhOVE1nTXpBeUlERTBNMUV6TURJZ01UTTFJREk1TXlBeE1USlVNalk0SURZeFZESXlNeUF4TVZReE5qRWdMVEV4VVRFeU9TQXRNVEVnTVRBeUlERXdWRGMwSURjMFVUYzBJRGt4SURjNUlERXdObFF4TWpJZ01qSXdVVEUyTUNBek1qRWdNVFkySURNME1WUXhOek1nTXpnd1VURTNNeUEwTURRZ01UVTJJRFF3TkVneE5UUlJNVEkwSURRd05DQTVPU0F6TnpGVU5qRWdNamczVVRZd0lESTROaUExT1NBeU9EUlVOVGdnTWpneFZEVTJJREkzT1ZRMU15QXlOemhVTkRrZ01qYzRWRFF4SURJM09FZ3lOMUV5TVNBeU9EUWdNakVnTWpnM1dpSXZQanh3WVhSb0lHbGtQU0pOU2xndE55MVVSVmd0UXkweFJEUTFSQ0lnWkQwaVRUSXpJREk0TjFFeU5DQXlPVEFnTWpVZ01qazFWRE13SURNeE4xUTBNQ0F6TkRoVU5UVWdNemd4VkRjMUlEUXhNVlF4TURFZ05ETXpWREV6TkNBME5ESlJNakE1SURRME1pQXlNekFnTXpjNFRESTBNQ0F6T0RkUk16QXlJRFEwTWlBek5UZ2dORFF5VVRReU15QTBORElnTkRZd0lETTVOVlEwT1RjZ01qZ3hVVFE1TnlBeE56TWdOREl4SURneVZESTBPU0F0TVRCUk1qSTNJQzB4TUNBeU1UQWdMVFJSTVRrNUlERWdNVGczSURFeFZERTJPQ0F5T0V3eE5qRWdNelpSTVRZd0lETTFJREV6T1NBdE5URlVNVEU0SUMweE16aFJNVEU0SUMweE5EUWdNVEkySUMweE5EVlVNVFl6SUMweE5EaElNVGc0VVRFNU5DQXRNVFUxSURFNU5DQXRNVFUzVkRFNU1TQXRNVGMxVVRFNE9DQXRNVGczSURFNE5TQXRNVGt3VkRFM01pQXRNVGswVVRFM01DQXRNVGswSURFMk1TQXRNVGswVkRFeU55QXRNVGt6VkRZMUlDMHhPVEpSTFRVZ0xURTVNaUF0TWpRZ0xURTVORWd0TXpKUkxUTTVJQzB4T0RjZ0xUTTVJQzB4T0ROUkxUTTNJQzB4TlRZZ0xUSTJJQzB4TkRoSUxUWlJNamdnTFRFME55QXpNeUF0TVRNMlVUTTJJQzB4TXpBZ09UUWdNVEF6VkRFMU5TQXpOVEJSTVRVMklETTFOU0F4TlRZZ016WTBVVEUxTmlBME1EVWdNVE14SURRd05WRXhNRGtnTkRBMUlEazBJRE0zTjFRM01TQXpNVFpVTlRrZ01qZ3dVVFUzSURJM09DQTBNeUF5TnpoSU1qbFJNak1nTWpnMElESXpJREk0TjFwTk1UYzRJREV3TWxFeU1EQWdNallnTWpVeUlESTJVVEk0TWlBeU5pQXpNVEFnTkRsVU16VTJJREV3TjFFek56UWdNVFF4SURNNU1pQXlNVFZVTkRFeElETXlOVll6TXpGUk5ERXhJRFF3TlNBek5UQWdOREExVVRNek9TQTBNRFVnTXpJNElEUXdNbFF6TURZZ016a3pWREk0TmlBek9EQlVNalk1SURNMk5WUXlOVFFnTXpVd1ZESTBNeUF6TXpaVU1qTTFJRE15Tmt3eU16SWdNekl5VVRJek1pQXpNakVnTWpJNUlETXdPRlF5TVRnZ01qWTBWREl3TkNBeU1USlJNVGM0SURFd05pQXhOemdnTVRBeVdpSXZQand2WkdWbWN6NDhaeUJ6ZEhKdmEyVTlJbU4xY25KbGJuUkRiMnh2Y2lJZ1ptbHNiRDBpWTNWeWNtVnVkRU52Ykc5eUlpQnpkSEp2YTJVdGQybGtkR2c5SWpBaUlIUnlZVzV6Wm05eWJUMGljMk5oYkdVb01Td3RNU2tpUGp4bklHUmhkR0V0Ylcxc0xXNXZaR1U5SW0xaGRHZ2lQanhuSUdSaGRHRXRiVzFzTFc1dlpHVTlJbTFwSWo0OGRYTmxJR1JoZEdFdFl6MGlNVVEzTURZaUlIaHNhVzVyT21oeVpXWTlJaU5OU2xndE55MVVSVmd0U1MweFJEY3dOaUl2UGp3dlp6NDhaeUJrWVhSaExXMXRiQzF1YjJSbFBTSlVaVmhCZEc5dElpQmtZWFJoTFcxcWVDMTBaWGhqYkdGemN6MGlUMUpFSWlCMGNtRnVjMlp2Y20wOUluUnlZVzV6YkdGMFpTZzFPRE1zTUNraVBqeG5JR1JoZEdFdGJXMXNMVzV2WkdVOUltMXpkV0lpUGp4bklHUmhkR0V0Ylcxc0xXNXZaR1U5SW0xcElqNDhkWE5sSUdSaGRHRXRZejBpTkVNaUlIaHNhVzVyT21oeVpXWTlJaU5OU2xndE55MVVSVmd0UXkwMFF5SXZQand2Wno0OFp5QmtZWFJoTFcxdGJDMXViMlJsUFNKVVpWaEJkRzl0SWlCMGNtRnVjMlp2Y20wOUluUnlZVzV6YkdGMFpTZzNNak1zTFRFMU1Da2djMk5oYkdVb01DNDNNRGNwSWlCa1lYUmhMVzFxZUMxMFpYaGpiR0Z6Y3owaVQxSkVJajQ4WnlCa1lYUmhMVzF0YkMxdWIyUmxQU0p0YVNJK1BIVnpaU0JrWVhSaExXTTlJakZFTkRVd0lpQjRiR2x1YXpwb2NtVm1QU0lqVFVwWUxUY3RWRVZZTFVNdE1VUTBOVEFpTHo0OGRYTmxJR1JoZEdFdFl6MGlNVVEwTlRraUlIaHNhVzVyT21oeVpXWTlJaU5OU2xndE55MVVSVmd0UXkweFJEUTFPU0lnZEhKaGJuTm1iM0p0UFNKMGNtRnVjMnhoZEdVb05ETXpMREFwSWk4K1BIVnpaU0JrWVhSaExXTTlJakZFTkRVMklpQjRiR2x1YXpwb2NtVm1QU0lqVFVwWUxUY3RWRVZZTFVNdE1VUTBOVFlpSUhSeVlXNXpabTl5YlQwaWRISmhibk5zWVhSbEtEY3pNU3d3S1NJdlBqeDFjMlVnWkdGMFlTMWpQU0l4UkRRMVJDSWdlR3hwYm1zNmFISmxaajBpSTAxS1dDMDNMVlJGV0MxRExURkVORFZFSWlCMGNtRnVjMlp2Y20wOUluUnlZVzV6YkdGMFpTZ3hNRGMyTERBcElpOCtQQzluUGp3dlp6NDhMMmMrUEM5blBqd3ZaejQ4TDJjK1BDOXpkbWMrIiwKCSJSZWFsVmlld1NpemVKc29uIiA6ICJ7XCJoZWlnaHRcIjozNTcuMTQyODY4MDQxOTkyMixcIndpZHRoXCI6ODc1fSIKfQo="/>
    </extobj>
    <extobj name="2384804F-3998-4D57-9195-F3826E402611-8">
      <extobjdata type="2384804F-3998-4D57-9195-F3826E402611" data="ewoJIkltZ1NldHRpbmdKc29uIiA6ICJ7XCJoZWlnaHRcIjoxNy44NTcxNDI4NTcxNDI4NTQsXCJ3aWR0aFwiOjE3NC45OTk5OTk5OTk5OTk5N30iLAoJIkxhdGV4IiA6ICJcXGFscGhhXFxtYXRoY2Fse0xfe3JlY29ufX0gKyAoMS1cXGFscGhhKSBcXG1hdGhjYWx7TF97Y3Jvc3N9fSIsCgkiTGF0ZXhJbWdCYXNlNjQiIDogIlBITjJaeUI0Yld4dWN6MGlhSFIwY0RvdkwzZDNkeTUzTXk1dmNtY3ZNakF3TUM5emRtY2lJSGRwWkhSb1BTSXlNaTQwTURObGVDSWdhR1ZwWjJoMFBTSXlMakkyTW1WNElpQnliMnhsUFNKcGJXY2lJR1p2WTNWellXSnNaVDBpWm1Gc2MyVWlJSFpwWlhkQ2IzZzlJakFnTFRjMU1DQTVPVEF5SURFd01EQWlJSGh0Ykc1ek9uaHNhVzVyUFNKb2RIUndPaTh2ZDNkM0xuY3pMbTl5Wnk4eE9UazVMM2hzYVc1cklpQmhjbWxoTFdocFpHUmxiajBpZEhKMVpTSWdjM1I1YkdVOUluWmxjblJwWTJGc0xXRnNhV2R1T2lBdE1DNDFOalpsZURzZ2JXRjRMWGRwWkhSb09pQTVPQ1U3SWo0OFpHVm1jejQ4Y0dGMGFDQnBaRDBpVFVwWUxURXdNQzFVUlZndFNTMHhSRFpHUXlJZ1pEMGlUVE0wSURFMU5sRXpOQ0F5TnpBZ01USXdJRE0xTmxRek1Ea2dORFF5VVRNM09TQTBORElnTkRJeElEUXdNbFEwTnpnZ016QTBVVFE0TkNBeU56VWdORGcxSURJek4xWXlNRGhSTlRNMElESTRNaUExTmpBZ016YzBVVFUyTkNBek9EZ2dOVFkySURNNU1GUTFPRElnTXprelVUWXdNeUF6T1RNZ05qQXpJRE00TlZFMk1ETWdNemMySURVNU5DQXpORFpVTlRVNElESTJNVlEwT1RjZ01UWXhURFE0TmlBeE5EZE1ORGczSURFeU0xRTBPRGtnTmpjZ05EazFJRFEzVkRVeE5DQXlObEUxTWpnZ01qZ2dOVFF3SURNM1ZEVTFOeUEyTUZFMU5Ua2dOamNnTlRZeUlEWTRWRFUzTnlBM01GRTFPVGNnTnpBZ05UazNJRFl5VVRVNU55QTFOaUExT1RFZ05ETlJOVGM1SURFNUlEVTFOaUExVkRVeE1pQXRNVEJJTlRBMVVUUXpPQ0F0TVRBZ05ERTBJRFl5VERReE1TQTJPVXcwTURBZ05qRlJNemt3SURVeklETTNNQ0EwTVZRek1qVWdNVGhVTWpZM0lDMHlWREl3TXlBdE1URlJNVEkwSUMweE1TQTNPU0F6T1ZRek5DQXhOVFphVFRJd09DQXlObEV5TlRjZ01qWWdNekEySURRM1ZETTNPU0E1TUV3ME1ETWdNVEV5VVRRd01TQXlOVFVnTXprMklESTVNRkV6T0RJZ05EQTFJRE13TkNBME1EVlJNak0xSURRd05TQXhPRE1nTXpNeVVURTFOaUF5T1RJZ01UTTVJREl5TkZReE1qRWdNVEl3VVRFeU1TQTNNU0F4TkRZZ05EbFVNakE0SURJMldpSXZQanh3WVhSb0lHbGtQU0pOU2xndE1UQXdMVlJGV0MxRExUUkRJaUJrUFNKTk5qSWdMVEl5VkRRM0lDMHlNbFF6TWlBdE1URlJNeklnTFRFZ05UWWdNalJVT0RNZ05UVlJNVEV6SURrMklERXpPQ0F4TnpKVU1UZ3dJRE15TUZReU16UWdORGN6VkRNeU15QTJNRGxSTXpZMElEWTBPU0EwTVRrZ05qYzNWRFV6TVNBM01EVlJOVFU1SURjd05TQTFOemdnTmprMlZEWXdOQ0EyTnpGVU5qRTFJRFkwTlZRMk1UZ2dOakl6VmpZeE1WRTJNVGdnTlRneUlEWXhOU0ExTnpGVU5UazRJRFUwT0ZFMU9ERWdOVE14SURVMU9DQTFNakJVTlRFNElEVXdPVkUxTURNZ05UQTVJRFV3TXlBMU1qQlJOVEF6SURVeU15QTFNRFVnTlRNMlZEVXdOeUExTmpCUk5UQTNJRFU1TUNBME9UUWdOakV3VkRRMU1pQTJNekJSTkRJeklEWXpNQ0EwTVRBZ05qRTNVVE0yTnlBMU56Z2dNek16SURRNU1sUXlOekVnTXpBeFZESXpNeUF4TnpCUk1qRXhJREV5TXlBeU1EUWdNVEV5VERFNU9DQXhNRE5NTWpJMElERXdNbEV5T0RFZ01UQXlJRE0yT1NBM09WUTFNRGtnTlRKSU5USXpVVFV6TlNBMk5DQTFORFFnT0RkVU5UYzVJREV5T0ZFMk1UWWdNVFV5SURZME1TQXhOVEpSTmpVMklERTFNaUEyTlRZZ01UUXlVVFkxTmlBeE1ERWdOVGc0SURRd1ZEUXpNeUF0TWpKUk16Z3hJQzB5TWlBeU9Ea2dNVlF4TlRZZ01qaE1NVFF4SURJNVRERXpNU0F5TUZFeE1URWdNQ0E0TnlBdE1URmFJaTgrUEhCaGRHZ2dhV1E5SWsxS1dDMHhNREF0VkVWWUxVTXRNVVEwTlVZaUlHUTlJazB5TVNBeU9EZFJNaklnTWprd0lESXpJREk1TlZReU9DQXpNVGRVTXpnZ016UTRWRFV6SURNNE1WUTNNeUEwTVRGVU9Ua2dORE16VkRFek1pQTBOREpSTVRZeElEUTBNaUF4T0RNZ05ETXdWREl4TkNBME1EaFVNakkxSURNNE9GRXlNamNnTXpneUlESXlPQ0F6T0RKVU1qTTJJRE00T1ZFeU9EUWdORFF4SURNME55QTBOREZJTXpVd1VUTTVPQ0EwTkRFZ05ESXlJRFF3TUZFME16QWdNemd4SURRek1DQXpOak5STkRNd0lETXpNeUEwTVRjZ016RTFWRE01TVNBeU9USlVNelkySURJNE9GRXpORFlnTWpnNElETXpOQ0F5T1RsVU16SXlJRE15T0ZFek1qSWdNemMySURNM09DQXpPVEpSTXpVMklEUXdOU0F6TkRJZ05EQTFVVEk0TmlBME1EVWdNak01SURNek1WRXlNamtnTXpFMUlESXlOQ0F5T1RoVU1Ua3dJREUyTlZFeE5UWWdNalVnTVRVeElERTJVVEV6T0NBdE1URWdNVEE0SUMweE1WRTVOU0F0TVRFZ09EY2dMVFZVTnpZZ04xUTNOQ0F4TjFFM05DQXpNQ0F4TVRRZ01UZzVWREUxTkNBek5qWlJNVFUwSURRd05TQXhNamdnTkRBMVVURXdOeUEwTURVZ09USWdNemMzVkRZNElETXhObFExTnlBeU9EQlJOVFVnTWpjNElEUXhJREkzT0VneU4xRXlNU0F5T0RRZ01qRWdNamczV2lJdlBqeHdZWFJvSUdsa1BTSk5TbGd0TVRBd0xWUkZXQzFETFRGRU5EVXlJaUJrUFNKTk16a2dNVFk0VVRNNUlESXlOU0ExT0NBeU56SlVNVEEzSURNMU1GUXhOelFnTkRBeVZESTBOQ0EwTXpOVU16QTNJRFEwTWtnek1UQlJNelUxSURRME1pQXpPRGdnTkRJd1ZEUXlNU0F6TlRWUk5ESXhJREkyTlNBek1UQWdNak0zVVRJMk1TQXlNalFnTVRjMklESXlNMUV4TXprZ01qSXpJREV6T0NBeU1qRlJNVE00SURJeE9TQXhNeklnTVRnMlZERXlOU0F4TWpoUk1USTFJRGd4SURFME5pQTFORlF5TURrZ01qWlVNekF5SURRMVZETTVOQ0F4TVRGUk5EQXpJREV5TVNBME1EWWdNVEl4VVRReE1DQXhNakVnTkRFNUlERXhNbFEwTWprZ09UaFVOREl3SURneVZETTVNQ0ExTlZRek5EUWdNalJVTWpneElDMHhWREl3TlNBdE1URlJNVEkySUMweE1TQTRNeUEwTWxRek9TQXhOamhhVFRNM015QXpOVE5STXpZM0lEUXdOU0F6TURVZ05EQTFVVEkzTWlBME1EVWdNalEwSURNNU1WUXhPVGtnTXpVM1ZERTNNQ0F6TVRaVU1UVTBJREk0TUZReE5Ea2dNall4VVRFME9TQXlOakFnTVRZNUlESTJNRkV5T0RJZ01qWXdJRE15TnlBeU9EUlVNemN6SURNMU0xb2lMejQ4Y0dGMGFDQnBaRDBpVFVwWUxURXdNQzFVUlZndFF5MHhSRFExTUNJZ1pEMGlUVE0wSURFMU9WRXpOQ0F5TmpnZ01USXdJRE0xTlZRek1EWWdORFF5VVRNMk1pQTBORElnTXprMElEUXhPRlEwTWpjZ016VTFVVFF5TnlBek1qWWdOREE0SURNd05sUXpOakFnTWpnMVVUTTBNU0F5T0RVZ016TXdJREk1TlZRek1Ua2dNekkxVkRNek1DQXpOVGxVTXpVeUlETTRNRlF6TmpZZ016ZzJTRE0yTjFFek5qY2dNemc0SURNMk1TQXpPVEpVTXpRd0lEUXdNRlF6TURZZ05EQTBVVEkzTmlBME1EUWdNalE1SURNNU1GRXlNamdnTXpneElESXdOaUF6TlRsUk1UWXlJRE14TlNBeE5ESWdNak0xVkRFeU1TQXhNVGxSTVRJeElEY3pJREUwTnlBMU1GRXhOamtnTWpZZ01qQTFJREkyU0RJd09WRXpNakVnTWpZZ016azBJREV4TVZFME1ETWdNVEl4SURRd05pQXhNakZSTkRFd0lERXlNU0EwTVRrZ01URXlWRFF5T1NBNU9GUTBNakFnT0ROVU16a3hJRFUxVkRNME5pQXlOVlF5T0RJZ01GUXlNRElnTFRFeFVURXlOeUF0TVRFZ09ERWdNemRVTXpRZ01UVTVXaUl2UGp4d1lYUm9JR2xrUFNKTlNsZ3RNVEF3TFZSRldDMURMVEZFTkRWRElpQmtQU0pOTWpBeElDMHhNVkV4TWpZZ0xURXhJRGd3SURNNFZETTBJREUxTmxFek5DQXlNakVnTmpRZ01qYzVWREUwTmlBek9EQlJNakl5SURRME1TQXpNREVnTkRReFVUTXpNeUEwTkRFZ016UXhJRFEwTUZFek5UUWdORE0zSURNMk55QTBNek5VTkRBeUlEUXhOMVEwTXpnZ016ZzNWRFEyTkNBek16aFVORGMySURJMk9GRTBOellnTVRZeElETTVNQ0EzTlZReU1ERWdMVEV4V2sweE1qRWdNVEl3VVRFeU1TQTNNQ0F4TkRjZ05EaFVNakEySURJMlVUSTFNQ0F5TmlBeU9Ea2dOVGhVTXpVeElERTBNbEV6TmpBZ01UWXpJRE0zTkNBeU1UWlVNemc0SURNd09GRXpPRGdnTXpVeUlETTNNQ0F6TnpWUk16UTJJRFF3TlNBek1EWWdOREExVVRJME15QTBNRFVnTVRrMUlETTBOMUV4TlRnZ016QXpJREUwTUNBeU16QlVNVEl4SURFeU1Gb2lMejQ4Y0dGMGFDQnBaRDBpVFVwWUxURXdNQzFVUlZndFF5MHhSRFExUWlJZ1pEMGlUVEl4SURJNE4xRXlNaUF5T1RNZ01qUWdNekF6VkRNMklETTBNVlExTmlBek9EaFVPRGtnTkRJMVZERXpOU0EwTkRKUk1UY3hJRFEwTWlBeE9UVWdOREkwVkRJeU5TQXpPVEJVTWpNeElETTJPVkV5TXpFZ016WTNJREl6TWlBek5qZE1NalF6SURNM09GRXpNRFFnTkRReUlETTRNaUEwTkRKUk5ETTJJRFEwTWlBME5qa2dOREUxVkRVd015QXpNelpVTkRZMUlERTNPVlEwTWpjZ05USlJOREkzSURJMklEUTBOQ0F5TmxFME5UQWdNallnTkRVeklESTNVVFE0TWlBek1pQTFNRFVnTmpWVU5UUXdJREUwTlZFMU5ESWdNVFV6SURVMk1DQXhOVE5STlRnd0lERTFNeUExT0RBZ01UUTFVVFU0TUNBeE5EUWdOVGMySURFek1GRTFOamdnTVRBeElEVTFOQ0EzTTFRMU1EZ2dNVGRVTkRNNUlDMHhNRkV6T1RJZ0xURXdJRE0zTVNBeE4xUXpOVEFnTnpOUk16VXdJRGt5SURNNE5pQXhPVE5VTkRJeklETTBOVkUwTWpNZ05EQTBJRE0zT1NBME1EUklNemMwVVRJNE9DQTBNRFFnTWpJNUlETXdNMHd5TWpJZ01qa3hUREU0T1NBeE5UZFJNVFUySURJMklERTFNU0F4TmxFeE16Z2dMVEV4SURFd09DQXRNVEZST1RVZ0xURXhJRGczSUMwMVZEYzJJRGRVTnpRZ01UZFJOelFnTXpBZ01URXlJREU0TUZReE5USWdNelF6VVRFMU15QXpORGdnTVRVeklETTJObEV4TlRNZ05EQTFJREV5T1NBME1EVlJPVEVnTkRBMUlEWTJJRE13TlZFMk1DQXlPRFVnTmpBZ01qZzBVVFU0SURJM09DQTBNU0F5TnpoSU1qZFJNakVnTWpnMElESXhJREk0TjFvaUx6NDhjR0YwYUNCcFpEMGlUVXBZTFRFd01DMVVSVmd0VGkweVFpSWdaRDBpVFRVMklESXpOMVExTmlBeU5UQlVOekFnTWpjd1NETTJPVlkwTWpCTU16Y3dJRFUzTUZFek9EQWdOVGd6SURNNE9TQTFPRE5STkRBeUlEVTRNeUEwTURrZ05UWTRWakkzTUVnM01EZFJOekl5SURJMk1pQTNNaklnTWpVd1ZEY3dOeUF5TXpCSU5EQTVWaTAyT0ZFME1ERWdMVGd5SURNNU1TQXRPREpJTXpnNVNETTROMUV6TnpVZ0xUZ3lJRE0yT1NBdE5qaFdNak13U0Rjd1VUVTJJREl6TnlBMU5pQXlOVEJhSWk4K1BIQmhkR2dnYVdROUlrMUtXQzB4TURBdFZFVllMVTR0TWpnaUlHUTlJazA1TkNBeU5UQlJPVFFnTXpFNUlERXdOQ0F6T0RGVU1USTNJRFE0T0ZReE5qUWdOVGMyVkRJd01pQTJORE5VTWpRMElEWTVOVlF5TnpjZ056STVWRE13TWlBM05UQklNekUxU0RNeE9WRXpNek1nTnpVd0lETXpNeUEzTkRGUk16TXpJRGN6T0NBek1UWWdOekl3VkRJM05TQTJOamRVTWpJMklEVTRNVlF4T0RRZ05EUXpWREUyTnlBeU5UQlVNVGcwSURVNFZESXlOU0F0T0RGVU1qYzBJQzB4TmpkVU16RTJJQzB5TWpCVU16TXpJQzB5TkRGUk16TXpJQzB5TlRBZ016RTRJQzB5TlRCSU16RTFTRE13TWt3eU56UWdMVEl5TmxFeE9EQWdMVEUwTVNBeE16Y2dMVEUwVkRrMElESTFNRm9pTHo0OGNHRjBhQ0JwWkQwaVRVcFlMVEV3TUMxVVJWZ3RUaTB6TVNJZ1pEMGlUVEl4TXlBMU56aE1NakF3SURVM00xRXhPRFlnTlRZNElERTJNQ0ExTmpOVU1UQXlJRFUxTmtnNE0xWTJNREpJTVRBeVVURTBPU0EyTURRZ01UZzVJRFl4TjFReU5EVWdOalF4VkRJM015QTJOak5STWpjMUlEWTJOaUF5T0RVZ05qWTJVVEk1TkNBMk5qWWdNekF5SURZMk1GWXpOakZNTXpBeklEWXhVVE14TUNBMU5DQXpNVFVnTlRKVU16TTVJRFE0VkRRd01TQTBOa2cwTWpkV01FZzBNVFpSTXprMUlETWdNalUzSUROUk1USXhJRE1nTVRBd0lEQklPRGhXTkRaSU1URTBVVEV6TmlBME5pQXhOVElnTkRaVU1UYzNJRFEzVkRFNU15QTFNRlF5TURFZ05USlVNakEzSURVM1ZESXhNeUEyTVZZMU56aGFJaTgrUEhCaGRHZ2dhV1E5SWsxS1dDMHhNREF0VkVWWUxVNHRNakl4TWlJZ1pEMGlUVGcwSURJek4xUTROQ0F5TlRCVU9UZ2dNamN3U0RZM09WRTJPVFFnTWpZeUlEWTVOQ0F5TlRCVU5qYzVJREl6TUVnNU9GRTROQ0F5TXpjZ09EUWdNalV3V2lJdlBqeHdZWFJvSUdsa1BTSk5TbGd0TVRBd0xWUkZXQzFPTFRJNUlpQmtQU0pOTmpBZ056UTVURFkwSURjMU1GRTJPU0EzTlRBZ056UWdOelV3U0RnMlRERXhOQ0EzTWpaUk1qQTRJRFkwTVNBeU5URWdOVEUwVkRJNU5DQXlOVEJSTWprMElERTRNaUF5T0RRZ01URTVWREkyTVNBeE1sUXlNalFnTFRjMlZERTROaUF0TVRRelZERTBOU0F0TVRrMFZERXhNeUF0TWpJM1ZEa3dJQzB5TkRaUk9EY2dMVEkwT1NBNE5pQXRNalV3U0RjMFVUWTJJQzB5TlRBZ05qTWdMVEkxTUZRMU9DQXRNalEzVkRVMUlDMHlNemhSTlRZZ0xUSXpOeUEyTmlBdE1qSTFVVEl5TVNBdE5qUWdNakl4SURJMU1GUTJOaUEzTWpWUk5UWWdOek0zSURVMUlEY3pPRkUxTlNBM05EWWdOakFnTnpRNVdpSXZQanh3WVhSb0lHbGtQU0pOU2xndE1UQXdMVlJGV0MxRExURkVORFl3SWlCa1BTSk5NVE14SURJNE9WRXhNekVnTXpJeElERTBOeUF6TlRSVU1qQXpJRFF4TlZRek1EQWdORFF5VVRNMk1pQTBORElnTXprd0lEUXhOVlEwTVRrZ016VTFVVFF4T1NBek1qTWdOREF5SURNd09GUXpOalFnTWpreVVUTTFNU0F5T1RJZ016UXdJRE13TUZRek1qZ2dNekkyVVRNeU9DQXpORElnTXpNM0lETTFORlF6TlRRZ016Y3lWRE0yTnlBek56aFJNelk0SURNM09DQXpOamdnTXpjNVVUTTJPQ0F6T0RJZ016WXhJRE00T0ZRek16WWdNems1VkRJNU55QTBNRFZSTWpRNUlEUXdOU0F5TWpjZ016YzVWREl3TkNBek1qWlJNakEwSURNd01TQXlNak1nTWpreFZESTNPQ0F5TnpSVU16TXdJREkxT1ZFek9UWWdNak13SURNNU5pQXhOak5STXprMklERXpOU0F6T0RVZ01UQTNWRE0xTWlBMU1WUXlPRGtnTjFReE9UVWdMVEV3VVRFeE9DQXRNVEFnT0RZZ01UbFVOVE1nT0RkUk5UTWdNVEkySURjMElERTBNMVF4TVRnZ01UWXdVVEV6TXlBeE5qQWdNVFEySURFMU1WUXhOakFnTVRJd1VURTJNQ0E1TkNBeE5ESWdOelpVTVRFeElEVTRVVEV3T1NBMU55QXhNRGdnTlRkVU1UQTNJRFUxVVRFd09DQTFNaUF4TVRVZ05EZFVNVFEySURNMFZESXdNU0F5TjFFeU16Y2dNamNnTWpZeklETTRWRE13TVNBMk5sUXpNVGdnT1RkVU16SXpJREV5TWxFek1qTWdNVFV3SURNd01pQXhOalJVTWpVMElERTRNVlF4T1RVZ01UazJWREUwT0NBeU16RlJNVE14SURJMU5pQXhNekVnTWpnNVdpSXZQand2WkdWbWN6NDhaeUJ6ZEhKdmEyVTlJbU4xY25KbGJuUkRiMnh2Y2lJZ1ptbHNiRDBpWTNWeWNtVnVkRU52Ykc5eUlpQnpkSEp2YTJVdGQybGtkR2c5SWpBaUlIUnlZVzV6Wm05eWJUMGljMk5oYkdVb01Td3RNU2tpUGp4bklHUmhkR0V0Ylcxc0xXNXZaR1U5SW0xaGRHZ2lQanhuSUdSaGRHRXRiVzFzTFc1dlpHVTlJbTFwSWo0OGRYTmxJR1JoZEdFdFl6MGlNVVEyUmtNaUlIaHNhVzVyT21oeVpXWTlJaU5OU2xndE1UQXdMVlJGV0MxSkxURkVOa1pESWk4K1BDOW5QanhuSUdSaGRHRXRiVzFzTFc1dlpHVTlJbFJsV0VGMGIyMGlJR1JoZEdFdGJXcDRMWFJsZUdOc1lYTnpQU0pQVWtRaUlIUnlZVzV6Wm05eWJUMGlkSEpoYm5Oc1lYUmxLRFkwTUN3d0tTSStQR2NnWkdGMFlTMXRiV3d0Ym05a1pUMGliWE4xWWlJK1BHY2daR0YwWVMxdGJXd3RibTlrWlQwaWJXa2lQangxYzJVZ1pHRjBZUzFqUFNJMFF5SWdlR3hwYm1zNmFISmxaajBpSTAxS1dDMHhNREF0VkVWWUxVTXRORU1pTHo0OEwyYytQR2NnWkdGMFlTMXRiV3d0Ym05a1pUMGlWR1ZZUVhSdmJTSWdkSEpoYm5ObWIzSnRQU0owY21GdWMyeGhkR1VvTnpJekxDMHhOVEFwSUhOallXeGxLREF1TnpBM0tTSWdaR0YwWVMxdGFuZ3RkR1Y0WTJ4aGMzTTlJazlTUkNJK1BHY2daR0YwWVMxdGJXd3RibTlrWlQwaWJXa2lQangxYzJVZ1pHRjBZUzFqUFNJeFJEUTFSaUlnZUd4cGJtczZhSEpsWmowaUkwMUtXQzB4TURBdFZFVllMVU10TVVRME5VWWlMejQ4ZFhObElHUmhkR0V0WXowaU1VUTBOVElpSUhoc2FXNXJPbWh5WldZOUlpTk5TbGd0TVRBd0xWUkZXQzFETFRGRU5EVXlJaUIwY21GdWMyWnZjbTA5SW5SeVlXNXpiR0YwWlNnME5URXNNQ2tpTHo0OGRYTmxJR1JoZEdFdFl6MGlNVVEwTlRBaUlIaHNhVzVyT21oeVpXWTlJaU5OU2xndE1UQXdMVlJGV0MxRExURkVORFV3SWlCMGNtRnVjMlp2Y20wOUluUnlZVzV6YkdGMFpTZzVNVGNzTUNraUx6NDhkWE5sSUdSaGRHRXRZejBpTVVRME5VTWlJSGhzYVc1ck9taHlaV1k5SWlOTlNsZ3RNVEF3TFZSRldDMURMVEZFTkRWRElpQjBjbUZ1YzJadmNtMDlJblJ5WVc1emJHRjBaU2d4TXpVd0xEQXBJaTgrUEhWelpTQmtZWFJoTFdNOUlqRkVORFZDSWlCNGJHbHVhenBvY21WbVBTSWpUVXBZTFRFd01DMVVSVmd0UXkweFJEUTFRaUlnZEhKaGJuTm1iM0p0UFNKMGNtRnVjMnhoZEdVb01UZ3pOU3d3S1NJdlBqd3ZaejQ4TDJjK1BDOW5Qand2Wno0OFp5QmtZWFJoTFcxdGJDMXViMlJsUFNKdGJ5SWdkSEpoYm5ObWIzSnRQU0owY21GdWMyeGhkR1VvTXpNMU55d3dLU0krUEhWelpTQmtZWFJoTFdNOUlqSkNJaUI0YkdsdWF6cG9jbVZtUFNJalRVcFlMVEV3TUMxVVJWZ3RUaTB5UWlJdlBqd3ZaejQ4WnlCa1lYUmhMVzF0YkMxdWIyUmxQU0p0YnlJZ2RISmhibk5tYjNKdFBTSjBjbUZ1YzJ4aGRHVW9ORE0xTnk0eUxEQXBJajQ4ZFhObElHUmhkR0V0WXowaU1qZ2lJSGhzYVc1ck9taHlaV1k5SWlOTlNsZ3RNVEF3TFZSRldDMU9MVEk0SWk4K1BDOW5QanhuSUdSaGRHRXRiVzFzTFc1dlpHVTlJbTF1SWlCMGNtRnVjMlp2Y20wOUluUnlZVzV6YkdGMFpTZzBOelEyTGpJc01Da2lQangxYzJVZ1pHRjBZUzFqUFNJek1TSWdlR3hwYm1zNmFISmxaajBpSTAxS1dDMHhNREF0VkVWWUxVNHRNekVpTHo0OEwyYytQR2NnWkdGMFlTMXRiV3d0Ym05a1pUMGliVzhpSUhSeVlXNXpabTl5YlQwaWRISmhibk5zWVhSbEtEVTBOamd1TlN3d0tTSStQSFZ6WlNCa1lYUmhMV005SWpJeU1USWlJSGhzYVc1ck9taHlaV1k5SWlOTlNsZ3RNVEF3TFZSRldDMU9MVEl5TVRJaUx6NDhMMmMrUEdjZ1pHRjBZUzF0Yld3dGJtOWtaVDBpYldraUlIUnlZVzV6Wm05eWJUMGlkSEpoYm5Oc1lYUmxLRFkwTmpndU55d3dLU0krUEhWelpTQmtZWFJoTFdNOUlqRkVOa1pESWlCNGJHbHVhenBvY21WbVBTSWpUVXBZTFRFd01DMVVSVmd0U1MweFJEWkdReUl2UGp3dlp6NDhaeUJrWVhSaExXMXRiQzF1YjJSbFBTSnRieUlnZEhKaGJuTm1iM0p0UFNKMGNtRnVjMnhoZEdVb056RXdPQzQzTERBcElqNDhkWE5sSUdSaGRHRXRZejBpTWpraUlIaHNhVzVyT21oeVpXWTlJaU5OU2xndE1UQXdMVlJGV0MxT0xUSTVJaTgrUEM5blBqeG5JR1JoZEdFdGJXMXNMVzV2WkdVOUlsUmxXRUYwYjIwaUlHUmhkR0V0YldwNExYUmxlR05zWVhOelBTSlBVa1FpSUhSeVlXNXpabTl5YlQwaWRISmhibk5zWVhSbEtEYzBPVGN1Tnl3d0tTSStQR2NnWkdGMFlTMXRiV3d0Ym05a1pUMGliWE4xWWlJK1BHY2daR0YwWVMxdGJXd3RibTlrWlQwaWJXa2lQangxYzJVZ1pHRjBZUzFqUFNJMFF5SWdlR3hwYm1zNmFISmxaajBpSTAxS1dDMHhNREF0VkVWWUxVTXRORU1pTHo0OEwyYytQR2NnWkdGMFlTMXRiV3d0Ym05a1pUMGlWR1ZZUVhSdmJTSWdkSEpoYm5ObWIzSnRQU0owY21GdWMyeGhkR1VvTnpJekxDMHhOVEFwSUhOallXeGxLREF1TnpBM0tTSWdaR0YwWVMxdGFuZ3RkR1Y0WTJ4aGMzTTlJazlTUkNJK1BHY2daR0YwWVMxdGJXd3RibTlrWlQwaWJXa2lQangxYzJVZ1pHRjBZUzFqUFNJeFJEUTFNQ0lnZUd4cGJtczZhSEpsWmowaUkwMUtXQzB4TURBdFZFVllMVU10TVVRME5UQWlMejQ4ZFhObElHUmhkR0V0WXowaU1VUTBOVVlpSUhoc2FXNXJPbWh5WldZOUlpTk5TbGd0TVRBd0xWUkZXQzFETFRGRU5EVkdJaUIwY21GdWMyWnZjbTA5SW5SeVlXNXpiR0YwWlNnME16TXNNQ2tpTHo0OGRYTmxJR1JoZEdFdFl6MGlNVVEwTlVNaUlIaHNhVzVyT21oeVpXWTlJaU5OU2xndE1UQXdMVlJGV0MxRExURkVORFZESWlCMGNtRnVjMlp2Y20wOUluUnlZVzV6YkdGMFpTZzRPRFFzTUNraUx6NDhkWE5sSUdSaGRHRXRZejBpTVVRME5qQWlJSGhzYVc1ck9taHlaV1k5SWlOTlNsZ3RNVEF3TFZSRldDMURMVEZFTkRZd0lpQjBjbUZ1YzJadmNtMDlJblJ5WVc1emJHRjBaU2d4TXpZNUxEQXBJaTgrUEhWelpTQmtZWFJoTFdNOUlqRkVORFl3SWlCNGJHbHVhenBvY21WbVBTSWpUVXBZTFRFd01DMVVSVmd0UXkweFJEUTJNQ0lnZEhKaGJuTm1iM0p0UFNKMGNtRnVjMnhoZEdVb01UZ3pPQ3d3S1NJdlBqd3ZaejQ4TDJjK1BDOW5Qand2Wno0OEwyYytQQzluUGp3dmMzWm5QZz09IiwKCSJSZWFsVmlld1NpemVKc29uIiA6ICJ7XCJoZWlnaHRcIjozNTMsXCJ3aWR0aFwiOjM1MDB9Igp9Cg=="/>
    </extobj>
    <extobj name="2384804F-3998-4D57-9195-F3826E402611-9">
      <extobjdata type="2384804F-3998-4D57-9195-F3826E402611" data="ewoJIkltZ1NldHRpbmdKc29uIiA6ICJ7XCJoZWlnaHRcIjoxNS4xNzg1NzE0Mjg1NzE0MjcsXCJ3aWR0aFwiOjI0LjEwNzE0Mjg1NzE0Mjg1NH0iLAoJIkxhdGV4IiA6ICJcXG1hdGhjYWx7TF97a2x9fSIsCgkiTGF0ZXhJbWdCYXNlNjQiIDogIlBITjJaeUI0Yld4dWN6MGlhSFIwY0RvdkwzZDNkeTUzTXk1dmNtY3ZNakF3TUM5emRtY2lJSGRwWkhSb1BTSXpMakExT1dWNElpQm9aV2xuYUhROUlqRXVPVFV5WlhnaUlISnZiR1U5SW1sdFp5SWdabTlqZFhOaFlteGxQU0ptWVd4elpTSWdkbWxsZDBKdmVEMGlNQ0F0TnpBMUlERXpOVEl1TVNBNE5qSXVPQ0lnZUcxc2JuTTZlR3hwYm1zOUltaDBkSEE2THk5M2QzY3Vkek11YjNKbkx6RTVPVGt2ZUd4cGJtc2lJR0Z5YVdFdGFHbGtaR1Z1UFNKMGNuVmxJaUJ6ZEhsc1pUMGlkbVZ5ZEdsallXd3RZV3hwWjI0NklDMHdMak0xTjJWNE95QnRZWGd0ZDJsa2RHZzZJRGs0SlRzaVBqeGtaV1p6UGp4d1lYUm9JR2xrUFNKTlNsZ3RNak10VkVWWUxVTXRORU1pSUdROUlrMDJNaUF0TWpKVU5EY2dMVEl5VkRNeUlDMHhNVkV6TWlBdE1TQTFOaUF5TkZRNE15QTFOVkV4TVRNZ09UWWdNVE00SURFM01sUXhPREFnTXpJd1ZESXpOQ0EwTnpOVU16SXpJRFl3T1ZFek5qUWdOalE1SURReE9TQTJOemRVTlRNeElEY3dOVkUxTlRrZ056QTFJRFUzT0NBMk9UWlVOakEwSURZM01WUTJNVFVnTmpRMVZEWXhPQ0EyTWpOV05qRXhVVFl4T0NBMU9ESWdOakUxSURVM01WUTFPVGdnTlRRNFVUVTRNU0ExTXpFZ05UVTRJRFV5TUZRMU1UZ2dOVEE1VVRVd015QTFNRGtnTlRBeklEVXlNRkUxTURNZ05USXpJRFV3TlNBMU16WlVOVEEzSURVMk1GRTFNRGNnTlRrd0lEUTVOQ0EyTVRCVU5EVXlJRFl6TUZFME1qTWdOak13SURReE1DQTJNVGRSTXpZM0lEVTNPQ0F6TXpNZ05Ea3lWREkzTVNBek1ERlVNak16SURFM01GRXlNVEVnTVRJeklESXdOQ0F4TVRKTU1UazRJREV3TTB3eU1qUWdNVEF5VVRJNE1TQXhNRElnTXpZNUlEYzVWRFV3T1NBMU1rZzFNak5STlRNMUlEWTBJRFUwTkNBNE4xUTFOemtnTVRJNFVUWXhOaUF4TlRJZ05qUXhJREUxTWxFMk5UWWdNVFV5SURZMU5pQXhOREpSTmpVMklERXdNU0ExT0RnZ05EQlVORE16SUMweU1sRXpPREVnTFRJeUlESTRPU0F4VkRFMU5pQXlPRXd4TkRFZ01qbE1NVE14SURJd1VURXhNU0F3SURnM0lDMHhNVm9pTHo0OGNHRjBhQ0JwWkQwaVRVcFlMVEl6TFZSRldDMURMVEZFTkRVNElpQmtQU0pOTVRJeElEWTBOMUV4TWpFZ05qVTNJREV5TlNBMk56QlVNVE0zSURZNE0xRXhNemdnTmpneklESXdPU0EyT0RoVU1qZ3lJRFk1TkZFeU9UUWdOamswSURJNU5DQTJPRFpSTWprMElEWTNPU0F5TkRRZ05EYzNVVEU1TkNBeU56a2dNVGswSURJM01sRXlNVE1nTWpneUlESXlNeUF5T1RGUk1qUTNJRE13T1NBeU9USWdNelUwVkRNMk1pQTBNVFZSTkRBeUlEUTBNaUEwTXpnZ05EUXlVVFEyT0NBME5ESWdORGcxSURReU0xUTFNRE1nTXpZNVVUVXdNeUF6TkRRZ05EazJJRE15TjFRME56Y2dNekF5VkRRMU5pQXlPVEZVTkRNNElESTRPRkUwTVRnZ01qZzRJRFF3TmlBeU9UbFVNemswSURNeU9GRXpPVFFnTXpVeklEUXhNQ0F6TmpsVU5EUXlJRE01TUV3ME5UZ2dNemt6VVRRME5pQTBNRFVnTkRNMElEUXdOVWcwTXpCUk16azRJRFF3TWlBek5qY2dNemd3VkRJNU5DQXpNVFpVTWpJNElESTFOVkV5TXpBZ01qVTBJREkwTXlBeU5USlVNalkzSURJME5sUXlPVE1nTWpNNFZETXlNQ0F5TWpSVU16UXlJREl3TmxRek5Ua2dNVGd3VkRNMk5TQXhORGRSTXpZMUlERXpNQ0F6TmpBZ01UQTJWRE0xTkNBMk5sRXpOVFFnTWpZZ016Z3hJREkyVVRReU9TQXlOaUEwTlRrZ01UUTFVVFEyTVNBeE5UTWdORGM1SURFMU0wZzBPRE5STkRrNUlERTFNeUEwT1RrZ01UUTBVVFE1T1NBeE16a2dORGsySURFek1GRTBOVFVnTFRFeElETTNPQ0F0TVRGUk16TXpJQzB4TVNBek1EVWdNVFZVTWpjM0lEa3dVVEkzTnlBeE1EZ2dNamd3SURFeU1WUXlPRE1nTVRRMVVUSTRNeUF4TmpjZ01qWTVJREU0TTFReU16UWdNakEyVkRJd01DQXlNVGRVTVRneUlESXlNRWd4T0RCUk1UWTRJREUzT0NBeE5Ua2dNVE01VkRFME5TQTRNVlF4TXpZZ05EUlVNVEk1SURJd1ZERXlNaUEzVkRFeE1TQXRNbEU1T0NBdE1URWdPRE1nTFRFeFVUWTJJQzB4TVNBMU55QXRNVlEwT0NBeE5sRTBPQ0F5TmlBNE5TQXhOelpVTVRVNElEUTNNVXd4T1RVZ05qRTJVVEU1TmlBMk1qa2dNVGc0SURZek1sUXhORGtnTmpNM1NERTBORkV4TXpRZ05qTTNJREV6TVNBMk16ZFVNVEkwSURZME1GUXhNakVnTmpRM1dpSXZQanh3WVhSb0lHbGtQU0pOU2xndE1qTXRWRVZZTFVNdE1VUTBOVGtpSUdROUlrMHhNVGNnTlRsUk1URTNJREkySURFME1pQXlObEV4TnprZ01qWWdNakExSURFek1WRXlNVEVnTVRVeElESXhOU0F4TlRKUk1qRTNJREUxTXlBeU1qVWdNVFV6U0RJeU9WRXlNemdnTVRVeklESTBNU0F4TlROVU1qUTJJREUxTVZReU5EZ2dNVFEwVVRJME55QXhNemdnTWpRMUlERXlPRlF5TXpRZ09UQlVNakUwSURRelZERTRNeUEyVkRFek55QXRNVEZSTVRBeElDMHhNU0EzTUNBeE1WUXpPQ0E0TlZFek9DQTVOeUF6T1NBeE1ESk1NVEEwSURNMk1GRXhOamNnTmpFMUlERTJOeUEyTWpOUk1UWTNJRFl5TmlBeE5qWWdOakk0VkRFMk1pQTJNekpVTVRVM0lEWXpORlF4TkRrZ05qTTFWREUwTVNBMk16WlVNVE15SURZek4xUXhNaklnTmpNM1VURXhNaUEyTXpjZ01UQTVJRFl6TjFReE1ERWdOak00VkRrMUlEWTBNVlE1TkNBMk5EZFJPVFFnTmpRNUlEazJJRFkyTVZFeE1ERWdOamd3SURFd055QTJPREpVTVRjNUlEWTRPRkV4T1RRZ05qZzVJREl4TXlBMk9UQlVNalF6SURZNU0xUXlOVFFnTmprMFVUSTJOaUEyT1RRZ01qWTJJRFk0TmxFeU5qWWdOamMxSURFNU15QXpPRFpVTVRFNElEZ3pVVEV4T0NBNE1TQXhNVGdnTnpWVU1URTNJRFkxVmpVNVdpSXZQand2WkdWbWN6NDhaeUJ6ZEhKdmEyVTlJbU4xY25KbGJuUkRiMnh2Y2lJZ1ptbHNiRDBpWTNWeWNtVnVkRU52Ykc5eUlpQnpkSEp2YTJVdGQybGtkR2c5SWpBaUlIUnlZVzV6Wm05eWJUMGljMk5oYkdVb01Td3RNU2tpUGp4bklHUmhkR0V0Ylcxc0xXNXZaR1U5SW0xaGRHZ2lQanhuSUdSaGRHRXRiVzFzTFc1dlpHVTlJbFJsV0VGMGIyMGlJR1JoZEdFdGJXcDRMWFJsZUdOc1lYTnpQU0pQVWtRaVBqeG5JR1JoZEdFdGJXMXNMVzV2WkdVOUltMXpkV0lpUGp4bklHUmhkR0V0Ylcxc0xXNXZaR1U5SW0xcElqNDhkWE5sSUdSaGRHRXRZejBpTkVNaUlIaHNhVzVyT21oeVpXWTlJaU5OU2xndE1qTXRWRVZZTFVNdE5FTWlMejQ4TDJjK1BHY2daR0YwWVMxdGJXd3RibTlrWlQwaVZHVllRWFJ2YlNJZ2RISmhibk5tYjNKdFBTSjBjbUZ1YzJ4aGRHVW9Oekl6TEMweE5UQXBJSE5qWVd4bEtEQXVOekEzS1NJZ1pHRjBZUzF0YW5ndGRHVjRZMnhoYzNNOUlrOVNSQ0krUEdjZ1pHRjBZUzF0Yld3dGJtOWtaVDBpYldraVBqeDFjMlVnWkdGMFlTMWpQU0l4UkRRMU9DSWdlR3hwYm1zNmFISmxaajBpSTAxS1dDMHlNeTFVUlZndFF5MHhSRFExT0NJdlBqeDFjMlVnWkdGMFlTMWpQU0l4UkRRMU9TSWdlR3hwYm1zNmFISmxaajBpSTAxS1dDMHlNeTFVUlZndFF5MHhSRFExT1NJZ2RISmhibk5tYjNKdFBTSjBjbUZ1YzJ4aGRHVW9OVEl4TERBcElpOCtQQzluUGp3dlp6NDhMMmMrUEM5blBqd3ZaejQ4TDJjK1BDOXpkbWMrIiwKCSJSZWFsVmlld1NpemVKc29uIiA6ICJ7XCJoZWlnaHRcIjozMDgsXCJ3aWR0aFwiOjQ4Mn0iCn0K"/>
    </extobj>
    <extobj name="2384804F-3998-4D57-9195-F3826E402611-10">
      <extobjdata type="2384804F-3998-4D57-9195-F3826E402611" data="ewoJIkltZ1NldHRpbmdKc29uIiA6ICJ7XCJoZWlnaHRcIjoxMi40OTk5OTk5OTk5OTk5OTgsXCJ3aWR0aFwiOjM3LjQ5OTk5OTk5OTk5OTk5fSIsCgkiTGF0ZXgiIDogIlxcbWF0aGNhbHtMb3NzfVxuIiwKCSJMYXRleEltZ0Jhc2U2NCIgOiAiUEhOMlp5QjRiV3h1Y3owaWFIUjBjRG92TDNkM2R5NTNNeTV2Y21jdk1qQXdNQzl6ZG1jaUlIZHBaSFJvUFNJMExqYzRNV1Y0SWlCb1pXbG5hSFE5SWpFdU5qUTFaWGdpSUhKdmJHVTlJbWx0WnlJZ1ptOWpkWE5oWW14bFBTSm1ZV3h6WlNJZ2RtbGxkMEp2ZUQwaU1DQXROekExSURJeE1UTWdOekkzSWlCNGJXeHVjenA0YkdsdWF6MGlhSFIwY0RvdkwzZDNkeTUzTXk1dmNtY3ZNVGs1T1M5NGJHbHVheUlnWVhKcFlTMW9hV1JrWlc0OUluUnlkV1VpSUhOMGVXeGxQU0oyWlhKMGFXTmhiQzFoYkdsbmJqb2dMVEF1TURWbGVEc2diV0Y0TFhkcFpIUm9PaUE1T0NVN0lqNDhaR1ZtY3o0OGNHRjBhQ0JwWkQwaVRVcFlMVEU1TFZSRldDMURMVFJESWlCa1BTSk5OaklnTFRJeVZEUTNJQzB5TWxRek1pQXRNVEZSTXpJZ0xURWdOVFlnTWpSVU9ETWdOVFZSTVRFeklEazJJREV6T0NBeE56SlVNVGd3SURNeU1GUXlNelFnTkRjelZETXlNeUEyTURsUk16WTBJRFkwT1NBME1Ua2dOamMzVkRVek1TQTNNRFZSTlRVNUlEY3dOU0ExTnpnZ05qazJWRFl3TkNBMk56RlVOakUxSURZME5WUTJNVGdnTmpJelZqWXhNVkUyTVRnZ05UZ3lJRFl4TlNBMU56RlVOVGs0SURVME9GRTFPREVnTlRNeElEVTFPQ0ExTWpCVU5URTRJRFV3T1ZFMU1ETWdOVEE1SURVd015QTFNakJSTlRBeklEVXlNeUExTURVZ05UTTJWRFV3TnlBMU5qQlJOVEEzSURVNU1DQTBPVFFnTmpFd1ZEUTFNaUEyTXpCUk5ESXpJRFl6TUNBME1UQWdOakUzVVRNMk55QTFOemdnTXpNeklEUTVNbFF5TnpFZ016QXhWREl6TXlBeE56QlJNakV4SURFeU15QXlNRFFnTVRFeVRERTVPQ0F4TUROTU1qSTBJREV3TWxFeU9ERWdNVEF5SURNMk9TQTNPVlExTURrZ05USklOVEl6VVRVek5TQTJOQ0ExTkRRZ09EZFVOVGM1SURFeU9GRTJNVFlnTVRVeUlEWTBNU0F4TlRKUk5qVTJJREUxTWlBMk5UWWdNVFF5VVRZMU5pQXhNREVnTlRnNElEUXdWRFF6TXlBdE1qSlJNemd4SUMweU1pQXlPRGtnTVZReE5UWWdNamhNTVRReElESTVUREV6TVNBeU1GRXhNVEVnTUNBNE55QXRNVEZhSWk4K1BIQmhkR2dnYVdROUlrMUtXQzB4T1MxVVJWZ3RReTB4UkRRMVF5SWdaRDBpVFRJd01TQXRNVEZSTVRJMklDMHhNU0E0TUNBek9GUXpOQ0F4TlRaUk16UWdNakl4SURZMElESTNPVlF4TkRZZ016Z3dVVEl5TWlBME5ERWdNekF4SURRME1WRXpNek1nTkRReElETTBNU0EwTkRCUk16VTBJRFF6TnlBek5qY2dORE16VkRRd01pQTBNVGRVTkRNNElETTROMVEwTmpRZ016TTRWRFEzTmlBeU5qaFJORGMySURFMk1TQXpPVEFnTnpWVU1qQXhJQzB4TVZwTk1USXhJREV5TUZFeE1qRWdOekFnTVRRM0lEUTRWREl3TmlBeU5sRXlOVEFnTWpZZ01qZzVJRFU0VkRNMU1TQXhOREpSTXpZd0lERTJNeUF6TnpRZ01qRTJWRE00T0NBek1EaFJNemc0SURNMU1pQXpOekFnTXpjMVVUTTBOaUEwTURVZ016QTJJRFF3TlZFeU5ETWdOREExSURFNU5TQXpORGRSTVRVNElETXdNeUF4TkRBZ01qTXdWREV5TVNBeE1qQmFJaTgrUEhCaGRHZ2dhV1E5SWsxS1dDMHhPUzFVUlZndFF5MHhSRFEyTUNJZ1pEMGlUVEV6TVNBeU9EbFJNVE14SURNeU1TQXhORGNnTXpVMFZESXdNeUEwTVRWVU16QXdJRFEwTWxFek5qSWdORFF5SURNNU1DQTBNVFZVTkRFNUlETTFOVkUwTVRrZ016SXpJRFF3TWlBek1EaFVNelkwSURJNU1sRXpOVEVnTWpreUlETTBNQ0F6TURCVU16STRJRE15TmxFek1qZ2dNelF5SURNek55QXpOVFJVTXpVMElETTNNbFF6TmpjZ016YzRVVE0yT0NBek56Z2dNelk0SURNM09WRXpOamdnTXpneUlETTJNU0F6T0RoVU16TTJJRE01T1ZReU9UY2dOREExVVRJME9TQTBNRFVnTWpJM0lETTNPVlF5TURRZ016STJVVEl3TkNBek1ERWdNakl6SURJNU1WUXlOemdnTWpjMFZETXpNQ0F5TlRsUk16azJJREl6TUNBek9UWWdNVFl6VVRNNU5pQXhNelVnTXpnMUlERXdOMVF6TlRJZ05URlVNamc1SURkVU1UazFJQzB4TUZFeE1UZ2dMVEV3SURnMklERTVWRFV6SURnM1VUVXpJREV5TmlBM05DQXhORE5VTVRFNElERTJNRkV4TXpNZ01UWXdJREUwTmlBeE5URlVNVFl3SURFeU1GRXhOakFnT1RRZ01UUXlJRGMyVkRFeE1TQTFPRkV4TURrZ05UY2dNVEE0SURVM1ZERXdOeUExTlZFeE1EZ2dOVElnTVRFMUlEUTNWREUwTmlBek5GUXlNREVnTWpkUk1qTTNJREkzSURJMk15QXpPRlF6TURFZ05qWlVNekU0SURrM1ZETXlNeUF4TWpKUk16SXpJREUxTUNBek1ESWdNVFkwVkRJMU5DQXhPREZVTVRrMUlERTVObFF4TkRnZ01qTXhVVEV6TVNBeU5UWWdNVE14SURJNE9Wb2lMejQ4TDJSbFpuTStQR2NnYzNSeWIydGxQU0pqZFhKeVpXNTBRMjlzYjNJaUlHWnBiR3c5SW1OMWNuSmxiblJEYjJ4dmNpSWdjM1J5YjJ0bExYZHBaSFJvUFNJd0lpQjBjbUZ1YzJadmNtMDlJbk5qWVd4bEtERXNMVEVwSWo0OFp5QmtZWFJoTFcxdGJDMXViMlJsUFNKdFlYUm9JajQ4WnlCa1lYUmhMVzF0YkMxdWIyUmxQU0pVWlZoQmRHOXRJaUJrWVhSaExXMXFlQzEwWlhoamJHRnpjejBpVDFKRUlqNDhaeUJrWVhSaExXMXRiQzF1YjJSbFBTSnRhU0krUEhWelpTQmtZWFJoTFdNOUlqUkRJaUI0YkdsdWF6cG9jbVZtUFNJalRVcFlMVEU1TFZSRldDMURMVFJESWk4K1BIVnpaU0JrWVhSaExXTTlJakZFTkRWRElpQjRiR2x1YXpwb2NtVm1QU0lqVFVwWUxURTVMVlJGV0MxRExURkVORFZESWlCMGNtRnVjMlp2Y20wOUluUnlZVzV6YkdGMFpTZzJPVEFzTUNraUx6NDhkWE5sSUdSaGRHRXRZejBpTVVRME5qQWlJSGhzYVc1ck9taHlaV1k5SWlOTlNsZ3RNVGt0VkVWWUxVTXRNVVEwTmpBaUlIUnlZVzV6Wm05eWJUMGlkSEpoYm5Oc1lYUmxLREV4TnpVc01Da2lMejQ4ZFhObElHUmhkR0V0WXowaU1VUTBOakFpSUhoc2FXNXJPbWh5WldZOUlpTk5TbGd0TVRrdFZFVllMVU10TVVRME5qQWlJSFJ5WVc1elptOXliVDBpZEhKaGJuTnNZWFJsS0RFMk5EUXNNQ2tpTHo0OEwyYytQQzluUGp3dlp6NDhMMmMrUEM5emRtYysiLAoJIlJlYWxWaWV3U2l6ZUpzb24iIDogIntcImhlaWdodFwiOjI1OCxcIndpZHRoXCI6NzUwfSIKfQo="/>
    </extobj>
    <extobj name="2384804F-3998-4D57-9195-F3826E402611-11">
      <extobjdata type="2384804F-3998-4D57-9195-F3826E402611" data="ewoJIkltZ1NldHRpbmdKc29uIiA6ICJ7XCJoZWlnaHRcIjoxMS42MDcxNDI4NTcxNDI4NTYsXCJ3aWR0aFwiOjEzLjM5Mjg1NzE0Mjg1NzE0Mn0iLAoJIkxhdGV4IiA6ICI9IiwKCSJMYXRleEltZ0Jhc2U2NCIgOiAiUEhOMlp5QjRiV3h1Y3owaWFIUjBjRG92TDNkM2R5NTNNeTV2Y21jdk1qQXdNQzl6ZG1jaUlIZHBaSFJvUFNJeExqYzJaWGdpSUdobGFXZG9kRDBpTVM0MU1EVmxlQ0lnY205c1pUMGlhVzFuSWlCbWIyTjFjMkZpYkdVOUltWmhiSE5sSWlCMmFXVjNRbTk0UFNJd0lDMDFPRE1nTnpjNElEWTJOU0lnZUcxc2JuTTZlR3hwYm1zOUltaDBkSEE2THk5M2QzY3Vkek11YjNKbkx6RTVPVGt2ZUd4cGJtc2lJR0Z5YVdFdGFHbGtaR1Z1UFNKMGNuVmxJaUJ6ZEhsc1pUMGlkbVZ5ZEdsallXd3RZV3hwWjI0NklDMHdMakU0Tm1WNE95QnRZWGd0ZDJsa2RHZzZJRGs0SlRzaVBqeGtaV1p6UGp4d1lYUm9JR2xrUFNKTlNsZ3RNUzFVUlZndFRpMHpSQ0lnWkQwaVRUVTJJRE0wTjFFMU5pQXpOakFnTnpBZ016WTNTRGN3TjFFM01qSWdNelU1SURjeU1pQXpORGRSTnpJeUlETXpOaUEzTURnZ016STRURE01TUNBek1qZElOekpSTlRZZ016TXlJRFUySURNME4xcE5OVFlnTVRVelVUVTJJREUyT0NBM01pQXhOek5JTnpBNFVUY3lNaUF4TmpNZ056SXlJREUxTTFFM01qSWdNVFF3SURjd055QXhNek5JTnpCUk5UWWdNVFF3SURVMklERTFNMW9pTHo0OEwyUmxabk0rUEdjZ2MzUnliMnRsUFNKamRYSnlaVzUwUTI5c2IzSWlJR1pwYkd3OUltTjFjbkpsYm5SRGIyeHZjaUlnYzNSeWIydGxMWGRwWkhSb1BTSXdJaUIwY21GdWMyWnZjbTA5SW5OallXeGxLREVzTFRFcElqNDhaeUJrWVhSaExXMXRiQzF1YjJSbFBTSnRZWFJvSWo0OFp5QmtZWFJoTFcxdGJDMXViMlJsUFNKdGJ5SStQSFZ6WlNCa1lYUmhMV005SWpORUlpQjRiR2x1YXpwb2NtVm1QU0lqVFVwWUxURXRWRVZZTFU0dE0wUWlMejQ4TDJjK1BDOW5Qand2Wno0OEwzTjJaejQ9IiwKCSJSZWFsVmlld1NpemVKc29uIiA6ICJ7XCJoZWlnaHRcIjoyMjksXCJ3aWR0aFwiOjI2OH0iCn0K"/>
    </extobj>
    <extobj name="2384804F-3998-4D57-9195-F3826E402611-12">
      <extobjdata type="2384804F-3998-4D57-9195-F3826E402611" data="ewoJIkltZ1NldHRpbmdKc29uIiA6ICJ7XCJoZWlnaHRcIjoxMS42MDcxNDI4NTcxNDI4NTYsXCJ3aWR0aFwiOjEzLjM5Mjg1NzE0Mjg1NzE0Mn0iLAoJIkxhdGV4IiA6ICIrIiwKCSJMYXRleEltZ0Jhc2U2NCIgOiAiUEhOMlp5QjRiV3h1Y3owaWFIUjBjRG92TDNkM2R5NTNNeTV2Y21jdk1qQXdNQzl6ZG1jaUlIZHBaSFJvUFNJeExqYzJaWGdpSUdobGFXZG9kRDBpTVM0MU1EVmxlQ0lnY205c1pUMGlhVzFuSWlCbWIyTjFjMkZpYkdVOUltWmhiSE5sSWlCMmFXVjNRbTk0UFNJd0lDMDFPRE1nTnpjNElEWTJOU0lnZUcxc2JuTTZlR3hwYm1zOUltaDBkSEE2THk5M2QzY3Vkek11YjNKbkx6RTVPVGt2ZUd4cGJtc2lJR0Z5YVdFdGFHbGtaR1Z1UFNKMGNuVmxJaUJ6ZEhsc1pUMGlkbVZ5ZEdsallXd3RZV3hwWjI0NklDMHdMakU0Tm1WNE95QnRZWGd0ZDJsa2RHZzZJRGs0SlRzaVBqeGtaV1p6UGp4d1lYUm9JR2xrUFNKTlNsZ3RNaTFVUlZndFRpMHlRaUlnWkQwaVRUVTJJREl6TjFRMU5pQXlOVEJVTnpBZ01qY3dTRE0yT1ZZME1qQk1NemN3SURVM01GRXpPREFnTlRneklETTRPU0ExT0ROUk5EQXlJRFU0TXlBME1Ea2dOVFk0VmpJM01FZzNNRGRSTnpJeUlESTJNaUEzTWpJZ01qVXdWRGN3TnlBeU16QklOREE1VmkwMk9GRTBNREVnTFRneUlETTVNU0F0T0RKSU16ZzVTRE00TjFFek56VWdMVGd5SURNMk9TQXROamhXTWpNd1NEY3dVVFUySURJek55QTFOaUF5TlRCYUlpOCtQQzlrWldaelBqeG5JSE4wY205clpUMGlZM1Z5Y21WdWRFTnZiRzl5SWlCbWFXeHNQU0pqZFhKeVpXNTBRMjlzYjNJaUlITjBjbTlyWlMxM2FXUjBhRDBpTUNJZ2RISmhibk5tYjNKdFBTSnpZMkZzWlNneExDMHhLU0krUEdjZ1pHRjBZUzF0Yld3dGJtOWtaVDBpYldGMGFDSStQR2NnWkdGMFlTMXRiV3d0Ym05a1pUMGliVzhpUGp4MWMyVWdaR0YwWVMxalBTSXlRaUlnZUd4cGJtczZhSEpsWmowaUkwMUtXQzB5TFZSRldDMU9MVEpDSWk4K1BDOW5Qand2Wno0OEwyYytQQzl6ZG1jKyIsCgkiUmVhbFZpZXdTaXplSnNvbiIgOiAie1wiaGVpZ2h0XCI6MjI5LFwid2lkdGhcIjoyNjh9Igp9Cg=="/>
    </extobj>
    <extobj name="2384804F-3998-4D57-9195-F3826E402611-13">
      <extobjdata type="2384804F-3998-4D57-9195-F3826E402611" data="ewoJIkltZ1NldHRpbmdKc29uIiA6ICJ7XCJoZWlnaHRcIjoxMS42MDcxNDI4NTcxNDI4NTYsXCJ3aWR0aFwiOjEzLjM5Mjg1NzE0Mjg1NzE0Mn0iLAoJIkxhdGV4IiA6ICIrIiwKCSJMYXRleEltZ0Jhc2U2NCIgOiAiUEhOMlp5QjRiV3h1Y3owaWFIUjBjRG92TDNkM2R5NTNNeTV2Y21jdk1qQXdNQzl6ZG1jaUlIZHBaSFJvUFNJeExqYzJaWGdpSUdobGFXZG9kRDBpTVM0MU1EVmxlQ0lnY205c1pUMGlhVzFuSWlCbWIyTjFjMkZpYkdVOUltWmhiSE5sSWlCMmFXVjNRbTk0UFNJd0lDMDFPRE1nTnpjNElEWTJOU0lnZUcxc2JuTTZlR3hwYm1zOUltaDBkSEE2THk5M2QzY3Vkek11YjNKbkx6RTVPVGt2ZUd4cGJtc2lJR0Z5YVdFdGFHbGtaR1Z1UFNKMGNuVmxJaUJ6ZEhsc1pUMGlkbVZ5ZEdsallXd3RZV3hwWjI0NklDMHdMakU0Tm1WNE95QnRZWGd0ZDJsa2RHZzZJRGs0SlRzaVBqeGtaV1p6UGp4d1lYUm9JR2xrUFNKTlNsZ3RNaTFVUlZndFRpMHlRaUlnWkQwaVRUVTJJREl6TjFRMU5pQXlOVEJVTnpBZ01qY3dTRE0yT1ZZME1qQk1NemN3SURVM01GRXpPREFnTlRneklETTRPU0ExT0ROUk5EQXlJRFU0TXlBME1Ea2dOVFk0VmpJM01FZzNNRGRSTnpJeUlESTJNaUEzTWpJZ01qVXdWRGN3TnlBeU16QklOREE1VmkwMk9GRTBNREVnTFRneUlETTVNU0F0T0RKSU16ZzVTRE00TjFFek56VWdMVGd5SURNMk9TQXROamhXTWpNd1NEY3dVVFUySURJek55QTFOaUF5TlRCYUlpOCtQQzlrWldaelBqeG5JSE4wY205clpUMGlZM1Z5Y21WdWRFTnZiRzl5SWlCbWFXeHNQU0pqZFhKeVpXNTBRMjlzYjNJaUlITjBjbTlyWlMxM2FXUjBhRDBpTUNJZ2RISmhibk5tYjNKdFBTSnpZMkZzWlNneExDMHhLU0krUEdjZ1pHRjBZUzF0Yld3dGJtOWtaVDBpYldGMGFDSStQR2NnWkdGMFlTMXRiV3d0Ym05a1pUMGliVzhpUGp4MWMyVWdaR0YwWVMxalBTSXlRaUlnZUd4cGJtczZhSEpsWmowaUkwMUtXQzB5TFZSRldDMU9MVEpDSWk4K1BDOW5Qand2Wno0OEwyYytQQzl6ZG1jKyIsCgkiUmVhbFZpZXdTaXplSnNvbiIgOiAie1wiaGVpZ2h0XCI6MjI5LFwid2lkdGhcIjoyNjh9Igp9Cg=="/>
    </extobj>
    <extobj name="2384804F-3998-4D57-9195-F3826E402611-14">
      <extobjdata type="2384804F-3998-4D57-9195-F3826E402611" data="ewoJIkltZ1NldHRpbmdKc29uIiA6ICJ7XCJoZWlnaHRcIjo0MS45NjQyODU3MTQyODU3MSxcIndpZHRoXCI6MzQ5Ljk5OTk5OTk5OTk5OTk0fSIsCgkiTGF0ZXgiIDogIkxfe2NsaXB9ID0gLWNfe2kscG9zfSArIFxcbG9nKFxcZXhwIGNfe2kscG9zfSArIFxcc3VtX3tqIFxcaW4gXFxtYXRoY2Fse05lZ30oaSl9IFxcZXhwIGNfe2lqfSkiLAoJIkxhdGV4SW1nQmFzZTY0IiA6ICJQSE4yWnlCNGJXeHVjejBpYUhSMGNEb3ZMM2QzZHk1M015NXZjbWN2TWpBd01DOXpkbWNpSUhkcFpIUm9QU0kwTkM0NU56SmxlQ0lnYUdWcFoyaDBQU0kxTGpRek5HVjRJaUJ5YjJ4bFBTSnBiV2NpSUdadlkzVnpZV0pzWlQwaVptRnNjMlVpSUhacFpYZENiM2c5SWpBZ0xUazFNQ0F4T1RnM055NDFJREkwTURFdU55SWdlRzFzYm5NNmVHeHBibXM5SW1oMGRIQTZMeTkzZDNjdWR6TXViM0puTHpFNU9Ua3ZlR3hwYm1zaUlHRnlhV0V0YUdsa1pHVnVQU0owY25WbElpQnpkSGxzWlQwaWRtVnlkR2xqWVd3dFlXeHBaMjQ2SUMwekxqSTROR1Y0T3lCdFlYZ3RkMmxrZEdnNklEazRKVHNpUGp4a1pXWnpQanh3WVhSb0lHbGtQU0pOU2xndE1UZ3pMVlJGV0MxSkxURkVORE5HSWlCa1BTSk5Nakk0SURZek4xRXhPVFFnTmpNM0lERTVNaUEyTkRGUk1Ua3hJRFkwTXlBeE9URWdOalE1VVRFNU1TQTJOek1nTWpBeUlEWTRNbEV5TURRZ05qZ3pJREl4TnlBMk9ETlJNamN4SURZNE1DQXpORFFnTmpnd1VUUTROU0EyT0RBZ05UQTJJRFk0TTBnMU1UaFJOVEkwSURZM055QTFNalFnTmpjMFZEVXlNaUEyTlRaUk5URTNJRFkwTVNBMU1UTWdOak0zU0RRM05WRTBNRFlnTmpNMklETTVOQ0EyTWpoUk16ZzNJRFl5TkNBek9EQWdOakF3VkRNeE15QXpNelpSTWprM0lESTNNU0F5TnprZ01UazRWREkxTWlBNE9Fd3lORE1nTlRKUk1qUXpJRFE0SURJMU1pQTBPRlF6TVRFZ05EWklNekk0VVRNMk1DQTBOaUF6TnprZ05EZFVOREk0SURVMFZEUTNPQ0EzTWxRMU1qSWdNVEEyVkRVMk5DQXhOakZSTlRnd0lERTVNU0ExT1RRZ01qSTRWRFl4TVNBeU56QlJOakUySURJM015QTJNamdnTWpjelNEWTBNVkUyTkRjZ01qWTBJRFkwTnlBeU5qSlVOakkzSURJd00xUTFPRE1nT0ROVU5UVTNJRGxSTlRVMUlEUWdOVFV6SUROVU5UTTNJREJVTkRrMElDMHhVVFE0TXlBdE1TQTBNVGdnTFRGVU1qazBJREJJTVRFMlVUTXlJREFnTXpJZ01UQlJNeklnTVRjZ016UWdNalJSTXprZ05ETWdORFFnTkRWUk5EZ2dORFlnTlRrZ05EWklOalZST1RJZ05EWWdNVEkxSURRNVVURXpPU0ExTWlBeE5EUWdOakZSTVRRM0lEWTFJREl4TmlBek16bFVNamcxSURZeU9GRXlPRFVnTmpNMUlESXlPQ0EyTXpkYUlpOCtQSEJoZEdnZ2FXUTlJazFLV0MweE9ETXRWRVZZTFVrdE1VUTBOVEFpSUdROUlrMHpOQ0F4TlRsUk16UWdNalk0SURFeU1DQXpOVFZVTXpBMklEUTBNbEV6TmpJZ05EUXlJRE01TkNBME1UaFVOREkzSURNMU5WRTBNamNnTXpJMklEUXdPQ0F6TURaVU16WXdJREk0TlZFek5ERWdNamcxSURNek1DQXlPVFZVTXpFNUlETXlOVlF6TXpBZ016VTVWRE0xTWlBek9EQlVNelkySURNNE5rZ3pOamRSTXpZM0lETTRPQ0F6TmpFZ016a3lWRE0wTUNBME1EQlVNekEySURRd05GRXlOellnTkRBMElESTBPU0F6T1RCUk1qSTRJRE00TVNBeU1EWWdNelU1VVRFMk1pQXpNVFVnTVRReUlESXpOVlF4TWpFZ01URTVVVEV5TVNBM015QXhORGNnTlRCUk1UWTVJREkySURJd05TQXlOa2d5TURsUk16SXhJREkySURNNU5DQXhNVEZSTkRBeklERXlNU0EwTURZZ01USXhVVFF4TUNBeE1qRWdOREU1SURFeE1sUTBNamtnT1RoVU5ESXdJRGd6VkRNNU1TQTFOVlF6TkRZZ01qVlVNamd5SURCVU1qQXlJQzB4TVZFeE1qY2dMVEV4SURneElETTNWRE0wSURFMU9Wb2lMejQ4Y0dGMGFDQnBaRDBpVFVwWUxURTRNeTFVUlZndFNTMHhSRFExT1NJZ1pEMGlUVEV4TnlBMU9WRXhNVGNnTWpZZ01UUXlJREkyVVRFM09TQXlOaUF5TURVZ01UTXhVVEl4TVNBeE5URWdNakUxSURFMU1sRXlNVGNnTVRVeklESXlOU0F4TlROSU1qSTVVVEl6T0NBeE5UTWdNalF4SURFMU0xUXlORFlnTVRVeFZESTBPQ0F4TkRSUk1qUTNJREV6T0NBeU5EVWdNVEk0VkRJek5DQTVNRlF5TVRRZ05ETlVNVGd6SURaVU1UTTNJQzB4TVZFeE1ERWdMVEV4SURjd0lERXhWRE00SURnMVVUTTRJRGszSURNNUlERXdNa3d4TURRZ016WXdVVEUyTnlBMk1UVWdNVFkzSURZeU0xRXhOamNnTmpJMklERTJOaUEyTWpoVU1UWXlJRFl6TWxReE5UY2dOak0wVkRFME9TQTJNelZVTVRReElEWXpObFF4TXpJZ05qTTNWREV5TWlBMk16ZFJNVEV5SURZek55QXhNRGtnTmpNM1ZERXdNU0EyTXpoVU9UVWdOalF4VkRrMElEWTBOMUU1TkNBMk5Ea2dPVFlnTmpZeFVURXdNU0EyT0RBZ01UQTNJRFk0TWxReE56a2dOamc0VVRFNU5DQTJPRGtnTWpFeklEWTVNRlF5TkRNZ05qa3pWREkxTkNBMk9UUlJNalkySURZNU5DQXlOallnTmpnMlVUSTJOaUEyTnpVZ01Ua3pJRE00TmxReE1UZ2dPRE5STVRFNElEZ3hJREV4T0NBM05WUXhNVGNnTmpWV05UbGFJaTgrUEhCaGRHZ2dhV1E5SWsxS1dDMHhPRE10VkVWWUxVa3RNVVEwTlRZaUlHUTlJazB4T0RRZ05qQXdVVEU0TkNBMk1qUWdNakF6SURZME1sUXlORGNnTmpZeFVUSTJOU0EyTmpFZ01qYzNJRFkwT1ZReU9UQWdOakU1VVRJNU1DQTFPVFlnTWpjd0lEVTNOMVF5TWpZZ05UVTNVVEl4TVNBMU5UY2dNVGs0SURVMk4xUXhPRFFnTmpBd1drMHlNU0F5T0RkUk1qRWdNamsxSURNd0lETXhPRlExTkNBek5qbFVPVGdnTkRJd1ZERTFPQ0EwTkRKUk1UazNJRFEwTWlBeU1qTWdOREU1VkRJMU1DQXpOVGRSTWpVd0lETTBNQ0F5TXpZZ016QXhWREU1TmlBeE9UWlVNVFUwSURnelVURTBPU0EyTVNBeE5Ea2dOVEZSTVRRNUlESTJJREUyTmlBeU5sRXhOelVnTWpZZ01UZzFJREk1VkRJd09DQTBNMVF5TXpVZ056aFVNall3SURFek4xRXlOak1nTVRRNUlESTJOU0F4TlRGVU1qZ3lJREUxTTFFek1ESWdNVFV6SURNd01pQXhORE5STXpBeUlERXpOU0F5T1RNZ01URXlWREkyT0NBMk1WUXlNak1nTVRGVU1UWXhJQzB4TVZFeE1qa2dMVEV4SURFd01pQXhNRlEzTkNBM05GRTNOQ0E1TVNBM09TQXhNRFpVTVRJeUlESXlNRkV4TmpBZ016SXhJREUyTmlBek5ERlVNVGN6SURNNE1GRXhOek1nTkRBMElERTFOaUEwTURSSU1UVTBVVEV5TkNBME1EUWdPVGtnTXpjeFZEWXhJREk0TjFFMk1DQXlPRFlnTlRrZ01qZzBWRFU0SURJNE1WUTFOaUF5TnpsVU5UTWdNamM0VkRRNUlESTNPRlEwTVNBeU56aElNamRSTWpFZ01qZzBJREl4SURJNE4xb2lMejQ4Y0dGMGFDQnBaRDBpVFVwWUxURTRNeTFVUlZndFNTMHhSRFExUkNJZ1pEMGlUVEl6SURJNE4xRXlOQ0F5T1RBZ01qVWdNamsxVkRNd0lETXhOMVEwTUNBek5EaFVOVFVnTXpneFZEYzFJRFF4TVZReE1ERWdORE16VkRFek5DQTBOREpSTWpBNUlEUTBNaUF5TXpBZ016YzRUREkwTUNBek9EZFJNekF5SURRME1pQXpOVGdnTkRReVVUUXlNeUEwTkRJZ05EWXdJRE01TlZRME9UY2dNamd4VVRRNU55QXhOek1nTkRJeElEZ3lWREkwT1NBdE1UQlJNakkzSUMweE1DQXlNVEFnTFRSUk1UazVJREVnTVRnM0lERXhWREUyT0NBeU9Fd3hOakVnTXpaUk1UWXdJRE0xSURFek9TQXROVEZVTVRFNElDMHhNemhSTVRFNElDMHhORFFnTVRJMklDMHhORFZVTVRZeklDMHhORGhJTVRnNFVURTVOQ0F0TVRVMUlERTVOQ0F0TVRVM1ZERTVNU0F0TVRjMVVURTRPQ0F0TVRnM0lERTROU0F0TVRrd1ZERTNNaUF0TVRrMFVURTNNQ0F0TVRrMElERTJNU0F0TVRrMFZERXlOeUF0TVRrelZEWTFJQzB4T1RKUkxUVWdMVEU1TWlBdE1qUWdMVEU1TkVndE16SlJMVE01SUMweE9EY2dMVE01SUMweE9ETlJMVE0zSUMweE5UWWdMVEkySUMweE5EaElMVFpSTWpnZ0xURTBOeUF6TXlBdE1UTTJVVE0ySUMweE16QWdPVFFnTVRBelZERTFOU0F6TlRCUk1UVTJJRE0xTlNBeE5UWWdNelkwVVRFMU5pQTBNRFVnTVRNeElEUXdOVkV4TURrZ05EQTFJRGswSURNM04xUTNNU0F6TVRaVU5Ua2dNamd3VVRVM0lESTNPQ0EwTXlBeU56aElNamxSTWpNZ01qZzBJREl6SURJNE4xcE5NVGM0SURFd01sRXlNREFnTWpZZ01qVXlJREkyVVRJNE1pQXlOaUF6TVRBZ05EbFVNelUySURFd04xRXpOelFnTVRReElETTVNaUF5TVRWVU5ERXhJRE15TlZZek16RlJOREV4SURRd05TQXpOVEFnTkRBMVVUTXpPU0EwTURVZ016STRJRFF3TWxRek1EWWdNemt6VkRJNE5pQXpPREJVTWpZNUlETTJOVlF5TlRRZ016VXdWREkwTXlBek16WlVNak0xSURNeU5rd3lNeklnTXpJeVVUSXpNaUF6TWpFZ01qSTVJRE13T0ZReU1UZ2dNalkwVkRJd05DQXlNVEpSTVRjNElERXdOaUF4TnpnZ01UQXlXaUl2UGp4d1lYUm9JR2xrUFNKTlNsZ3RNVGd6TFZSRldDMU9MVE5FSWlCa1BTSk5OVFlnTXpRM1VUVTJJRE0yTUNBM01DQXpOamRJTnpBM1VUY3lNaUF6TlRrZ056SXlJRE0wTjFFM01qSWdNek0ySURjd09DQXpNamhNTXprd0lETXlOMGczTWxFMU5pQXpNeklnTlRZZ016UTNXazAxTmlBeE5UTlJOVFlnTVRZNElEY3lJREUzTTBnM01EaFJOekl5SURFMk15QTNNaklnTVRVelVUY3lNaUF4TkRBZ056QTNJREV6TTBnM01GRTFOaUF4TkRBZ05UWWdNVFV6V2lJdlBqeHdZWFJvSUdsa1BTSk5TbGd0TVRnekxWUkZXQzFPTFRJeU1USWlJR1E5SWswNE5DQXlNemRVT0RRZ01qVXdWRGs0SURJM01FZzJOemxSTmprMElESTJNaUEyT1RRZ01qVXdWRFkzT1NBeU16QklPVGhST0RRZ01qTTNJRGcwSURJMU1Gb2lMejQ4Y0dGMGFDQnBaRDBpVFVwWUxURTRNeTFVUlZndFRpMHlReUlnWkQwaVRUYzRJRE0xVkRjNElEWXdWRGswSURFd00xUXhNemNnTVRJeFVURTJOU0F4TWpFZ01UZzNJRGsyVkRJeE1DQTRVVEl4TUNBdE1qY2dNakF4SUMwMk1GUXhPREFnTFRFeE4xUXhOVFFnTFRFMU9GUXhNekFnTFRFNE5WUXhNVGNnTFRFNU5GRXhNVE1nTFRFNU5DQXhNRFFnTFRFNE5WUTVOU0F0TVRjeVVUazFJQzB4TmpnZ01UQTJJQzB4TlRaVU1UTXhJQzB4TWpaVU1UVTNJQzAzTmxReE56TWdMVE5XT1V3eE56SWdPRkV4TnpBZ055QXhOamNnTmxReE5qRWdNMVF4TlRJZ01WUXhOREFnTUZFeE1UTWdNQ0E1TmlBeE4xb2lMejQ4Y0dGMGFDQnBaRDBpVFVwWUxURTRNeTFVUlZndFNTMHhSRFExUXlJZ1pEMGlUVEl3TVNBdE1URlJNVEkySUMweE1TQTRNQ0F6T0ZRek5DQXhOVFpSTXpRZ01qSXhJRFkwSURJM09WUXhORFlnTXpnd1VUSXlNaUEwTkRFZ016QXhJRFEwTVZFek16TWdORFF4SURNME1TQTBOREJSTXpVMElEUXpOeUF6TmpjZ05ETXpWRFF3TWlBME1UZFVORE00SURNNE4xUTBOalFnTXpNNFZEUTNOaUF5TmpoUk5EYzJJREUyTVNBek9UQWdOelZVTWpBeElDMHhNVnBOTVRJeElERXlNRkV4TWpFZ056QWdNVFEzSURRNFZESXdOaUF5TmxFeU5UQWdNallnTWpnNUlEVTRWRE0xTVNBeE5ESlJNell3SURFMk15QXpOelFnTWpFMlZETTRPQ0F6TURoUk16ZzRJRE0xTWlBek56QWdNemMxVVRNME5pQTBNRFVnTXpBMklEUXdOVkV5TkRNZ05EQTFJREU1TlNBek5EZFJNVFU0SURNd015QXhOREFnTWpNd1ZERXlNU0F4TWpCYUlpOCtQSEJoZEdnZ2FXUTlJazFLV0MweE9ETXRWRVZZTFVrdE1VUTBOakFpSUdROUlrMHhNekVnTWpnNVVURXpNU0F6TWpFZ01UUTNJRE0xTkZReU1ETWdOREUxVkRNd01DQTBOREpSTXpZeUlEUTBNaUF6T1RBZ05ERTFWRFF4T1NBek5UVlJOREU1SURNeU15QTBNRElnTXpBNFZETTJOQ0F5T1RKUk16VXhJREk1TWlBek5EQWdNekF3VkRNeU9DQXpNalpSTXpJNElETTBNaUF6TXpjZ016VTBWRE0xTkNBek56SlVNelkzSURNM09GRXpOamdnTXpjNElETTJPQ0F6TnpsUk16WTRJRE00TWlBek5qRWdNemc0VkRNek5pQXpPVGxVTWprM0lEUXdOVkV5TkRrZ05EQTFJREl5TnlBek56bFVNakEwSURNeU5sRXlNRFFnTXpBeElESXlNeUF5T1RGVU1qYzRJREkzTkZRek16QWdNalU1VVRNNU5pQXlNekFnTXprMklERTJNMUV6T1RZZ01UTTFJRE00TlNBeE1EZFVNelV5SURVeFZESTRPU0EzVkRFNU5TQXRNVEJSTVRFNElDMHhNQ0E0TmlBeE9WUTFNeUE0TjFFMU15QXhNallnTnpRZ01UUXpWREV4T0NBeE5qQlJNVE16SURFMk1DQXhORFlnTVRVeFZERTJNQ0F4TWpCUk1UWXdJRGswSURFME1pQTNObFF4TVRFZ05UaFJNVEE1SURVM0lERXdPQ0ExTjFReE1EY2dOVFZSTVRBNElEVXlJREV4TlNBME4xUXhORFlnTXpSVU1qQXhJREkzVVRJek55QXlOeUF5TmpNZ016aFVNekF4SURZMlZETXhPQ0E1TjFRek1qTWdNVEl5VVRNeU15QXhOVEFnTXpBeUlERTJORlF5TlRRZ01UZ3hWREU1TlNBeE9UWlVNVFE0SURJek1WRXhNekVnTWpVMklERXpNU0F5T0RsYUlpOCtQSEJoZEdnZ2FXUTlJazFLV0MweE9ETXRWRVZZTFU0dE1rSWlJR1E5SWswMU5pQXlNemRVTlRZZ01qVXdWRGN3SURJM01FZ3pOamxXTkRJd1RETTNNQ0ExTnpCUk16Z3dJRFU0TXlBek9Ea2dOVGd6VVRRd01pQTFPRE1nTkRBNUlEVTJPRll5TnpCSU56QTNVVGN5TWlBeU5qSWdOekl5SURJMU1GUTNNRGNnTWpNd1NEUXdPVll0TmpoUk5EQXhJQzA0TWlBek9URWdMVGd5U0RNNE9VZ3pPRGRSTXpjMUlDMDRNaUF6TmprZ0xUWTRWakl6TUVnM01GRTFOaUF5TXpjZ05UWWdNalV3V2lJdlBqeHdZWFJvSUdsa1BTSk5TbGd0TVRnekxWUkZXQzFPTFRaRElpQmtQU0pOTkRJZ05EWklOVFpST1RVZ05EWWdNVEF6SURZd1ZqWTRVVEV3TXlBM055QXhNRE1nT1RGVU1UQXpJREV5TkZReE1EUWdNVFkzVkRFd05DQXlNVGRVTVRBMElESTNNbFF4TURRZ016STVVVEV3TkNBek5qWWdNVEEwSURRd04xUXhNRFFnTkRneVZERXdOQ0ExTkRKVU1UQXpJRFU0TmxReE1ETWdOakF6VVRFd01DQTJNaklnT0RrZ05qSTRWRFEwSURZek4wZ3lObFkyTmpCUk1qWWdOamd6SURJNElEWTRNMHd6T0NBMk9EUlJORGdnTmpnMUlEWTNJRFk0TmxReE1EUWdOamc0VVRFeU1TQTJPRGtnTVRReElEWTVNRlF4TnpFZ05qa3pWREU0TWlBMk9UUklNVGcxVmpNM09WRXhPRFVnTmpJZ01UZzJJRFl3VVRFNU1DQTFNaUF4T1RnZ05EbFJNakU1SURRMklESTBOeUEwTmtneU5qTldNRWd5TlRWTU1qTXlJREZSTWpBNUlESWdNVGd6SURKVU1UUTFJRE5VTVRBM0lETlVOVGNnTVV3ek5DQXdTREkyVmpRMlNEUXlXaUl2UGp4d1lYUm9JR2xrUFNKTlNsZ3RNVGd6TFZSRldDMU9MVFpHSWlCa1BTSk5NamdnTWpFMFVUSTRJRE13T1NBNU15QXpOemhVTWpVd0lEUTBPRkV6TkRBZ05EUTRJRFF3TlNBek9EQlVORGN4SURJeE5WRTBOekVnTVRJd0lEUXdOeUExTlZReU5UQWdMVEV3VVRFMU15QXRNVEFnT1RFZ05UZFVNamdnTWpFMFdrMHlOVEFnTXpCUk16Y3lJRE13SURNM01pQXhPVE5XTWpJMVZqSTFNRkV6TnpJZ01qY3lJRE0zTVNBeU9EaFVNelkwSURNeU5sUXpORGdnTXpZeVZETXhOeUF6T1RCVU1qWTRJRFF4TUZFeU5qTWdOREV4SURJMU1pQTBNVEZSTWpJeUlEUXhNU0F4T1RVZ016azVVVEUxTWlBek56Y2dNVE01SURNek9GUXhNallnTWpRMlZqSXlObEV4TWpZZ01UTXdJREUwTlNBNU1WRXhOemNnTXpBZ01qVXdJRE13V2lJdlBqeHdZWFJvSUdsa1BTSk5TbGd0TVRnekxWUkZXQzFPTFRZM0lpQmtQU0pOTXpJNUlEUXdPVkV6TnpNZ05EVXpJRFF5T1NBME5UTlJORFU1SURRMU15QTBOeklnTkRNMFZEUTROU0F6T1RaUk5EZzFJRE00TWlBME56WWdNemN4VkRRME9TQXpOakJSTkRFMklETTJNQ0EwTVRJZ016a3dVVFF4TUNBME1EUWdOREUxSURReE1WRTBNVFVnTkRFeUlEUXhOaUEwTVRSV05ERTFVVE00T0NBME1USWdNell6SURNNU0xRXpOVFVnTXpnNElETTFOU0F6T0RaUk16VTFJRE00TlNBek5Ua2dNemd4VkRNMk9DQXpOamxVTXpjNUlETTFNVlF6T0RnZ016STFWRE01TWlBeU9USlJNemt5SURJek1DQXpORE1nTVRnM1ZESXlNaUF4TkROUk1UY3lJREUwTXlBeE1qTWdNVGN4VVRFeE1pQXhOVE1nTVRFeUlERXpNMUV4TVRJZ09UZ2dNVE00SURneFVURTBOeUEzTlNBeE5UVWdOelZVTWpJM0lEY3pVVE14TVNBM01pQXpNelVnTmpkUk16azJJRFU0SURRek1TQXlObEUwTnpBZ0xURXpJRFEzTUNBdE56SlJORGN3SUMweE16a2dNemt5SUMweE56VlJNek15SUMweU1EWWdNalV3SUMweU1EWlJNVFkzSUMweU1EWWdNVEEzSUMweE56VlJNamtnTFRFME1DQXlPU0F0TnpWUk1qa2dMVE01SURVd0lDMHhOVlE1TWlBeE9Fd3hNRE1nTWpSUk5qY2dOVFVnTmpjZ01UQTRVVFkzSURFMU5TQTVOaUF4T1ROUk5USWdNak0zSURVeUlESTVNbEUxTWlBek5UVWdNVEF5SURNNU9GUXlNak1nTkRReVVUSTNOQ0EwTkRJZ016RTRJRFF4Tmt3ek1qa2dOREE1V2sweU9Ua2dNelF6VVRJNU5DQXpOekVnTWpjeklETTROMVF5TWpFZ05EQTBVVEU1TWlBME1EUWdNVGN4SURNNE9GUXhORFVnTXpRelVURTBNaUF6TWpZZ01UUXlJREk1TWxFeE5ESWdNalE0SURFME9TQXlNamRVTVRjNUlERTVNbEV4T1RZZ01UZ3lJREl5TWlBeE9ESlJNalEwSURFNE1pQXlOakFnTVRnNVZESTRNeUF5TURkVU1qazBJREl5TjFReU9Ua2dNalF5VVRNd01pQXlOVGdnTXpBeUlESTVNbFF5T1RrZ016UXpXazAwTURNZ0xUYzFVVFF3TXlBdE5UQWdNemc1SUMwek5GUXpORGdnTFRFeFZESTVPU0F0TWxReU5EVWdNRWd5TVRoUk1UVXhJREFnTVRNNElDMDJVVEV4T0NBdE1UVWdNVEEzSUMwek5GUTVOU0F0TnpSUk9UVWdMVGcwSURFd01TQXRPVGRVTVRJeUlDMHhNamRVTVRjd0lDMHhOVFZVTWpVd0lDMHhOamRSTXpFNUlDMHhOamNnTXpZeElDMHhNemxVTkRBeklDMDNOVm9pTHo0OGNHRjBhQ0JwWkQwaVRVcFlMVEU0TXkxVVJWZ3RUaTB5TURZeElpQmtQU0lpTHo0OGNHRjBhQ0JwWkQwaVRVcFlMVEU0TXkxVVJWZ3RUaTB5T0NJZ1pEMGlUVGswSURJMU1GRTVOQ0F6TVRrZ01UQTBJRE00TVZReE1qY2dORGc0VkRFMk5DQTFOelpVTWpBeUlEWTBNMVF5TkRRZ05qazFWREkzTnlBM01qbFVNekF5SURjMU1FZ3pNVFZJTXpFNVVUTXpNeUEzTlRBZ016TXpJRGMwTVZFek16TWdOek00SURNeE5pQTNNakJVTWpjMUlEWTJOMVF5TWpZZ05UZ3hWREU0TkNBME5ETlVNVFkzSURJMU1GUXhPRFFnTlRoVU1qSTFJQzA0TVZReU56UWdMVEUyTjFRek1UWWdMVEl5TUZRek16TWdMVEkwTVZFek16TWdMVEkxTUNBek1UZ2dMVEkxTUVnek1UVklNekF5VERJM05DQXRNakkyVVRFNE1DQXRNVFF4SURFek55QXRNVFJVT1RRZ01qVXdXaUl2UGp4d1lYUm9JR2xrUFNKTlNsZ3RNVGd6TFZSRldDMU9MVFkxSWlCa1BTSk5NamdnTWpFNFVUSTRJREkzTXlBME9DQXpNVGhVT1RnZ016a3hWREUyTXlBME16TlVNakk1SURRME9GRXlPRElnTkRRNElETXlNQ0EwTXpCVU16YzRJRE00TUZRME1EWWdNekUyVkRReE5TQXlORFZSTkRFMUlESXpPQ0EwTURnZ01qTXhTREV5TmxZeU1UWlJNVEkySURZNElESXlOaUF6TmxFeU5EWWdNekFnTWpjd0lETXdVVE14TWlBek1DQXpORElnTmpKUk16VTVJRGM1SURNMk9TQXhNRFJNTXpjNUlERXlPRkV6T0RJZ01UTXhJRE01TlNBeE16RklNems0VVRReE5TQXhNekVnTkRFMUlERXlNVkUwTVRVZ01URTNJRFF4TWlBeE1EaFJNemt6SURVeklETTBPU0F5TVZReU5UQWdMVEV4VVRFMU5TQXRNVEVnT1RJZ05UaFVNamdnTWpFNFdrMHpNek1nTWpjMVVUTXlNaUEwTURNZ01qTTRJRFF4TVVneU16WlJNakk0SURReE1TQXlNakFnTkRFd1ZERTVOU0EwTURKVU1UWTJJRE00TVZReE5ETWdNelF3VkRFeU55QXlOelJXTWpZM1NETXpNMVl5TnpWYUlpOCtQSEJoZEdnZ2FXUTlJazFLV0MweE9ETXRWRVZZTFU0dE56Z2lJR1E5SWsweU1ERWdNRkV4T0RrZ015QXhNRElnTTFFeU5pQXpJREUzSURCSU1URldORFpJTWpWUk5EZ2dORGNnTmpjZ05USlVPVFlnTmpGVU1USXhJRGM0VkRFek9TQTVObFF4TmpBZ01USXlWREU0TUNBeE5UQk1NakkySURJeE1Fd3hOamdnTWpnNFVURTFPU0F6TURFZ01UUTVJRE14TlZReE16TWdNek0yVkRFeU1pQXpOVEZVTVRFeklETTJNMVF4TURjZ016Y3dWREV3TUNBek56WlVPVFFnTXpjNVZEZzRJRE00TVZRNE1DQXpPRE5STnpRZ016Z3pJRFEwSURNNE5VZ3hObFkwTXpGSU1qTlJOVGtnTkRJNUlERXlOaUEwTWpsUk1qRTVJRFF5T1NBeU1qa2dORE14U0RJek4xWXpPRFZSTWpBeElETTRNU0F5TURFZ016WTVVVEl3TVNBek5qY2dNakV4SURNMU0xUXlNemtnTXpFMVZESTJPQ0F5TnpSTU1qY3lJREkzTUV3eU9UY2dNekEwVVRNeU9TQXpORFVnTXpJNUlETTFPRkV6TWprZ016WTBJRE15TnlBek5qbFVNekl5SURNM05sUXpNVGNnTXpnd1ZETXhNQ0F6T0RSTU16QTNJRE00TlVnek1ESldORE14U0RNd09WRXpNalFnTkRJNElEUXdPQ0EwTWpoUk5EZzNJRFF5T0NBME9UTWdORE14U0RRNU9WWXpPRFZJTkRreVVUUTBNeUF6T0RVZ05ERXhJRE0yT0ZFek9UUWdNell3SURNM055QXpOREZVTXpFeUlESTFOMHd5T1RZZ01qTTJURE0xT0NBeE5URlJOREkwSURZeElEUXlPU0ExTjFRME5EWWdOVEJSTkRZMElEUTJJRFE1T1NBME5rZzFNVFpXTUVnMU1UQklOVEF5VVRRNU5DQXhJRFE0TWlBeFZEUTFOeUF5VkRRek1pQXlWRFF4TkNBelVUUXdNeUF6SURNM055QXpWRE15TnlBeFRETXdOQ0F3U0RJNU5WWTBOa2d5T1RoUk16QTVJRFEySURNeU1DQTFNVlF6TXpFZ05qTlJNek14SURZMUlESTVNU0F4TWpCTU1qVXdJREUzTlZFeU5Ea2dNVGMwSURJeE9TQXhNek5VTVRnMUlEZzRVVEU0TVNBNE15QXhPREVnTnpSUk1UZ3hJRFl6SURFNE9DQTFOVlF5TURZZ05EWlJNakE0SURRMklESXdPQ0F5TTFZd1NESXdNVm9pTHo0OGNHRjBhQ0JwWkQwaVRVcFlMVEU0TXkxVVJWZ3RUaTAzTUNJZ1pEMGlUVE0ySUMweE5EaElOVEJST0RrZ0xURTBPQ0E1TnlBdE1UTTBWaTB4TWpaUk9UY2dMVEV4T1NBNU55QXRNVEEzVkRrM0lDMDNOMVE1T0NBdE16aFVPVGdnTmxRNU9DQTFOVlE1T0NBeE1EWlJPVGdnTVRRd0lEazRJREUzTjFRNU9DQXlORE5VT1RnZ01qazJWRGszSURNek5WUTVOeUF6TlRGUk9UUWdNemN3SURneklETTNObFF6T0NBek9EVklNakJXTkRBNFVUSXdJRFF6TVNBeU1pQTBNekZNTXpJZ05ETXlVVFF5SURRek15QTJNU0EwTXpSVU9UZ2dORE0yVVRFeE5TQTBNemNnTVRNMUlEUXpPRlF4TmpVZ05EUXhWREUzTmlBME5ESklNVGM1VmpReE5rd3hPREFnTXprd1RERTRPQ0F6T1RkUk1qUTNJRFEwTVNBek1qWWdORFF4VVRRd055QTBOREVnTkRZMElETTNOMVExTWpJZ01qRTJVVFV5TWlBeE1UVWdORFUzSURVeVZETXhNQ0F0TVRGUk1qUXlJQzB4TVNBeE9UQWdNek5NTVRneUlEUXdWaTAwTlZZdE1UQXhVVEU0TWlBdE1USTRJREU0TkNBdE1UTTBWREU1TlNBdE1UUTFVVEl4TmlBdE1UUTRJREkwTkNBdE1UUTRTREkyTUZZdE1UazBTREkxTWt3eU1qZ2dMVEU1TTFFeU1EVWdMVEU1TWlBeE56Z2dMVEU1TWxReE5EQWdMVEU1TVZFek55QXRNVGt4SURJNElDMHhPVFJJTWpCV0xURTBPRWd6TmxwTk5ESTBJREl4T0ZFME1qUWdNamt5SURNNU1DQXpORGRVTXpBMUlEUXdNbEV5TXpRZ05EQXlJREU0TWlBek16ZFdPVGhSTWpJeUlESTJJREk1TkNBeU5sRXpORFVnTWpZZ016ZzBJRGd3VkRReU5DQXlNVGhhSWk4K1BIQmhkR2dnYVdROUlrMUtXQzB4T0RNdFZFVllMVXhQTFRJeU1URWlJR1E5SWswMk1DQTVORGhSTmpNZ09UVXdJRFkyTlNBNU5UQklNVEkyTjB3eE16STFJRGd4TlZFeE16ZzBJRFkzTnlBeE16ZzRJRFkyT1VneE16UTRUREV6TkRFZ05qZ3pVVEV6TWpBZ056STBJREV5T0RVZ056WXhVVEV5TXpVZ09EQTVJREV4TnpRZ09ETTRWREV3TXpNZ09EZ3hWRGc0TWlBNE9UaFVOams1SURrd01rZzFOelJJTlRRelNESTFNVXd5TlRrZ09Ea3hVVGN5TWlBeU5UZ2dOekkwSURJMU1sRTNNalVnTWpVd0lEY3lOQ0F5TkRaUk56SXhJREkwTXlBME5qQWdMVFUyVERFNU5pQXRNelUyVVRFNU5pQXRNelUzSURRd055QXRNelUzVVRRMU9TQXRNelUzSURVME9DQXRNelUzVkRZM05pQXRNelU0VVRneE1pQXRNelU0SURnNU5pQXRNelV6VkRFd05qTWdMVE16TWxReE1qQTBJQzB5T0ROVU1UTXdOeUF0TVRrMlVURXpNamdnTFRFM01DQXhNelE0SUMweE1qUklNVE00T0ZFeE16ZzRJQzB4TWpVZ01UTTRNU0F0TVRRMVZERXpOVFlnTFRJeE1GUXhNekkxSUMweU9UUk1NVEkyTnlBdE5EUTVURFkyTmlBdE5EVXdVVFkwSUMwME5UQWdOakVnTFRRME9GRTFOU0F0TkRRMklEVTFJQzAwTXpsUk5UVWdMVFF6TnlBMU55QXRORE16VERVNU1DQXhOemRSTlRrd0lERTNPQ0ExTlRjZ01qSXlWRFExTWlBek5qWlVNekl5SURVME5FdzFOaUE1TURsTU5UVWdPVEkwVVRVMUlEazBOU0EyTUNBNU5EaGFJaTgrUEhCaGRHZ2dhV1E5SWsxS1dDMHhPRE10VkVWWUxVa3RNVVEwTlRjaUlHUTlJazB5T1RjZ05UazJVVEk1TnlBMk1qY2dNekU0SURZME5GUXpOakVnTmpZeFVUTTNPQ0EyTmpFZ016ZzVJRFkxTVZRME1ETWdOakl6VVRRd015QTFPVFVnTXpnMElEVTNObFF6TkRBZ05UVTNVVE15TWlBMU5UY2dNekV3SURVMk4xUXlPVGNnTlRrMldrMHlPRGdnTXpjMlVUSTRPQ0EwTURVZ01qWXlJRFF3TlZFeU5EQWdOREExSURJeU1DQXpPVE5VTVRnMUlETTJNbFF4TmpFZ016STFWREUwTkNBeU9UTk1NVE0zSURJM09WRXhNelVnTWpjNElERXlNU0F5TnpoSU1UQTNVVEV3TVNBeU9EUWdNVEF4SURJNE5sUXhNRFVnTWprNVVURXlOaUF6TkRnZ01UWTBJRE01TVZReU5USWdORFF4VVRJMU15QTBOREVnTWpZd0lEUTBNVlF5TnpJZ05EUXlVVEk1TmlBME5ERWdNekUySURRek1sRXpOREVnTkRFNElETTFOQ0EwTURGVU16WTNJRE0wT0ZZek16Sk1NekU0SURFek0xRXlOamNnTFRZM0lESTJOQ0F0TnpWUk1qUTJJQzB4TWpVZ01UazBJQzB4TmpSVU56VWdMVEl3TkZFeU5TQXRNakEwSURjZ0xURTRNMVF0TVRJZ0xURXpOMUV0TVRJZ0xURXhNQ0EzSUMwNU1WUTFNeUF0TnpGUk56QWdMVGN4SURneUlDMDRNVlE1TlNBdE1URXlVVGsxSUMweE5EZ2dOak1nTFRFMk4xRTJPU0F0TVRZNElEYzNJQzB4TmpoUk1URXhJQzB4TmpnZ01UTTVJQzB4TkRCVU1UZ3lJQzAzTkV3eE9UTWdMVE15VVRJd05DQXhNU0F5TVRrZ056SlVNalV4SURFNU4xUXlOemdnTXpBNFZESTRPU0F6TmpWUk1qZzVJRE0zTWlBeU9EZ2dNemMyV2lJdlBqeHdZWFJvSUdsa1BTSk5TbGd0TVRnekxWUkZXQzFPTFRJeU1EZ2lJR1E5SWswNE5DQXlOVEJST0RRZ016Y3lJREUyTmlBME5UQlVNell3SURVek9WRXpOakVnTlRNNUlETTNOeUExTXpsVU5ERTVJRFUwTUZRME5qa2dOVFF3U0RVMk9GRTFPRE1nTlRNeUlEVTRNeUExTWpCUk5UZ3pJRFV4TVNBMU56QWdOVEF4VERRMk5pQTFNREJSTXpVMUlEUTVPU0F6TWprZ05EazBVVEk0TUNBME9ESWdNalF5SURRMU9GUXhPRE1nTkRBNVZERTBOeUF6TlRSVU1USTVJRE13TmxReE1qUWdNamN5VmpJM01FZzFOamhSTlRneklESTJNaUExT0RNZ01qVXdWRFUyT0NBeU16QklNVEkwVmpJeU9GRXhNalFnTWpBM0lERXpOQ0F4TnpkVU1UWTNJREV4TWxReU16RWdORGhVTXpJNElEZFJNelUxSURFZ05EWTJJREJJTlRjd1VUVTRNeUF0TVRBZ05UZ3pJQzB5TUZFMU9ETWdMVE15SURVMk9DQXROREJJTkRjeFVUUTJOQ0F0TkRBZ05EUTJJQzAwTUZRME1UY2dMVFF4VVRJMk1pQXROREVnTVRjeUlEUTFVVGcwSURFeU55QTROQ0F5TlRCYUlpOCtQSEJoZEdnZ2FXUTlJazFLV0MweE9ETXRWRVZZTFVNdE5FVWlJR1E5SWswek5ETWdOekExVVRNMU9DQTNNRFVnTXpVNElEWTVPRkV6TmpBZ05qazJJRE0zTUNBMk5UaFVOREV4SURVeU5GUTBPRFFnTXpFNVVUVXpOaUF4TnpRZ05Ua3dJRGd5VERVNU5TQTNNMHcyTVRVZ01UVXlVVFkwTmlBeU56UWdOamd6SURRd04xRTNNamtnTlRjeElEYzFNaUEyTXpkVU56azVJRGN5TjFFNE5USWdOemd3SURrek55QTNPRGhST1RNNUlEYzRPQ0E1TkRjZ056ZzRWRGsxT0NBM09EbElPVFl5VVRrM09TQTNPRGtnT1RjNUlEYzJOVkU1TnprZ056SXlJRGsxTVNBMk9USlJPVFF5SURZNE15QTVNalFnTmpnelVUZzRPQ0EyT0RFZ09EVTVJRFkzTWxRNE1UZ2dOalUwVkRnd015QTJNemxSTnpnMElEWXdPQ0EzTURnZ016SXlWRFl6TVNBeE5WRTJNekVnTVRRZ05qTXdJREUxVVRZek1DQXhOeUEyTWprZ01UVlJOakk0SURFMElEWXlPQ0F4TWxFMk1qRWdMVFFnTmpBeElDMHhOMVExTmpBZ0xUTXhVVFUxTUNBdE16RWdOVFEySUMweU9GUTFNekFnTFRkUk5EZzBJRFkzSURRMU9DQXhNak5VTXprNElESTNNbEV6TlRJZ016a3lJRE14TkNBMU1UUk1NekEySURVek5WWTFNelJSTXpBMklEVXpNeUF5T1RZZ05EZzRWREkzTWlBek56bFVNak0wSURJek9WUXhPRFVnTVRBd1ZERXlOeUF0TjFRMk1TQXROVEJSTXpRZ0xUVXdJRFFnTFRNMFZDMHlOeUE0VVMweU55QXpNeUF0TVRJZ05qRlVNVGdnT1RCUk1qRWdPVEFnTXpZZ056ZFVPRGNnTlRkSU9USlJNVEE1SURVM0lERXlNeUEzT0ZReE5qSWdNVGN6VVRJd05pQXlPVGtnTWpNeUlEUXhOMVF5TmpVZ05UazVWREkzTmlBMk5qZFJNamcwSURZNE1TQXpNRFFnTmprelZETTBNeUEzTURWYUlpOCtQSEJoZEdnZ2FXUTlJazFLV0MweE9ETXRWRVZZTFVNdE1VUTBOVElpSUdROUlrMHpPU0F4TmpoUk16a2dNakkxSURVNElESTNNbFF4TURjZ016VXdWREUzTkNBME1ESlVNalEwSURRek0xUXpNRGNnTkRReVNETXhNRkV6TlRVZ05EUXlJRE00T0NBME1qQlVOREl4SURNMU5WRTBNakVnTWpZMUlETXhNQ0F5TXpkUk1qWXhJREl5TkNBeE56WWdNakl6VVRFek9TQXlNak1nTVRNNElESXlNVkV4TXpnZ01qRTVJREV6TWlBeE9EWlVNVEkxSURFeU9GRXhNalVnT0RFZ01UUTJJRFUwVkRJd09TQXlObFF6TURJZ05EVlVNemswSURFeE1WRTBNRE1nTVRJeElEUXdOaUF4TWpGUk5ERXdJREV5TVNBME1Ua2dNVEV5VkRReU9TQTVPRlEwTWpBZ09ESlVNemt3SURVMVZETTBOQ0F5TkZReU9ERWdMVEZVTWpBMUlDMHhNVkV4TWpZZ0xURXhJRGd6SURReVZETTVJREUyT0ZwTk16Y3pJRE0xTTFFek5qY2dOREExSURNd05TQTBNRFZSTWpjeUlEUXdOU0F5TkRRZ016a3hWREU1T1NBek5UZFVNVGN3SURNeE5sUXhOVFFnTWpnd1ZERTBPU0F5TmpGUk1UUTVJREkyTUNBeE5qa2dNall3VVRJNE1pQXlOakFnTXpJM0lESTRORlF6TnpNZ016VXpXaUl2UGp4d1lYUm9JR2xrUFNKTlNsZ3RNVGd6TFZSRldDMURMVEZFTkRVMElpQmtQU0pOTXpFeElEUXpVVEk1TmlBek1DQXlOamNnTVRWVU1qQTJJREJSTVRReklEQWdNVEExSURRMVZEWTJJREUyTUZFMk5pQXlOalVnTVRReklETTFNMVF6TVRRZ05EUXlVVE0yTVNBME5ESWdOREF4SURNNU5FdzBNRFFnTXprNFVUUXdOaUEwTURFZ05EQTVJRFF3TkZRME1UZ2dOREV5VkRRek1TQTBNVGxVTkRRM0lEUXlNbEUwTmpFZ05ESXlJRFEzTUNBME1UTlVORGd3SURNNU5GRTBPREFnTXpjNUlEUXlNeUF4TlRKVU16WXpJQzA0TUZFek5EVWdMVEV6TkNBeU9EWWdMVEUyT1ZReE5URWdMVEl3TlZFeE1DQXRNakExSURFd0lDMHhNemRSTVRBZ0xURXhNU0F5T0NBdE9URlVOelFnTFRjeFVUZzVJQzAzTVNBeE1ESWdMVGd3VkRFeE5pQXRNVEV4VVRFeE5pQXRNVEl4SURFeE5DQXRNVE13VkRFd055QXRNVFEwVkRrNUlDMHhOVFJVT1RJZ0xURTJNa3c1TUNBdE1UWTBTRGt4VVRFd01TQXRNVFkzSURFMU1TQXRNVFkzVVRFNE9TQXRNVFkzSURJeE1TQXRNVFUxVVRJek5DQXRNVFEwSURJMU5DQXRNVEl5VkRJNE1pQXROelZSTWpnNElDMDFOaUF5T1RnZ0xURXpVVE14TVNBek5TQXpNVEVnTkROYVRUTTROQ0F6TWpoTU16Z3dJRE16T1ZFek56Y2dNelV3SURNM05TQXpOVFJVTXpZNUlETTJPRlF6TlRrZ016Z3lWRE0wTmlBek9UTlVNekk0SURRd01sUXpNRFlnTkRBMVVUSTJNaUEwTURVZ01qSXhJRE0xTWxFeE9URWdNekV6SURFM01TQXlNek5VTVRVeElERXhOMUV4TlRFZ016Z2dNakV6SURNNFVUSTJPU0F6T0NBek1qTWdNVEE0VERNek1TQXhNVGhNTXpnMElETXlPRm9pTHo0OGNHRjBhQ0JwWkQwaVRVcFlMVEU0TXkxVVJWZ3RUaTB5T1NJZ1pEMGlUVFl3SURjME9VdzJOQ0EzTlRCUk5qa2dOelV3SURjMElEYzFNRWc0Tmt3eE1UUWdOekkyVVRJd09DQTJOREVnTWpVeElEVXhORlF5T1RRZ01qVXdVVEk1TkNBeE9ESWdNamcwSURFeE9WUXlOakVnTVRKVU1qSTBJQzAzTmxReE9EWWdMVEUwTTFReE5EVWdMVEU1TkZReE1UTWdMVEl5TjFRNU1DQXRNalEyVVRnM0lDMHlORGtnT0RZZ0xUSTFNRWczTkZFMk5pQXRNalV3SURZeklDMHlOVEJVTlRnZ0xUSTBOMVExTlNBdE1qTTRVVFUySUMweU16Y2dOallnTFRJeU5WRXlNakVnTFRZMElESXlNU0F5TlRCVU5qWWdOekkxVVRVMklEY3pOeUExTlNBM016aFJOVFVnTnpRMklEWXdJRGMwT1ZvaUx6NDhMMlJsWm5NK1BHY2djM1J5YjJ0bFBTSmpkWEp5Wlc1MFEyOXNiM0lpSUdacGJHdzlJbU4xY25KbGJuUkRiMnh2Y2lJZ2MzUnliMnRsTFhkcFpIUm9QU0l3SWlCMGNtRnVjMlp2Y20wOUluTmpZV3hsS0RFc0xURXBJajQ4WnlCa1lYUmhMVzF0YkMxdWIyUmxQU0p0WVhSb0lqNDhaeUJrWVhSaExXMXRiQzF1YjJSbFBTSnRjM1ZpSWo0OFp5QmtZWFJoTFcxdGJDMXViMlJsUFNKdGFTSStQSFZ6WlNCa1lYUmhMV005SWpGRU5ETkdJaUI0YkdsdWF6cG9jbVZtUFNJalRVcFlMVEU0TXkxVVJWZ3RTUzB4UkRRelJpSXZQand2Wno0OFp5QmtZWFJoTFcxdGJDMXViMlJsUFNKVVpWaEJkRzl0SWlCMGNtRnVjMlp2Y20wOUluUnlZVzV6YkdGMFpTZzNNVFFzTFRFMU1Da2djMk5oYkdVb01DNDNNRGNwSWlCa1lYUmhMVzFxZUMxMFpYaGpiR0Z6Y3owaVQxSkVJajQ4WnlCa1lYUmhMVzF0YkMxdWIyUmxQU0p0YVNJK1BIVnpaU0JrWVhSaExXTTlJakZFTkRVd0lpQjRiR2x1YXpwb2NtVm1QU0lqVFVwWUxURTRNeTFVUlZndFNTMHhSRFExTUNJdlBqd3ZaejQ4WnlCa1lYUmhMVzF0YkMxdWIyUmxQU0p0YVNJZ2RISmhibk5tYjNKdFBTSjBjbUZ1YzJ4aGRHVW9ORE16TERBcElqNDhkWE5sSUdSaGRHRXRZejBpTVVRME5Ua2lJSGhzYVc1ck9taHlaV1k5SWlOTlNsZ3RNVGd6TFZSRldDMUpMVEZFTkRVNUlpOCtQQzluUGp4bklHUmhkR0V0Ylcxc0xXNXZaR1U5SW0xcElpQjBjbUZ1YzJadmNtMDlJblJ5WVc1emJHRjBaU2czTXpFc01Da2lQangxYzJVZ1pHRjBZUzFqUFNJeFJEUTFOaUlnZUd4cGJtczZhSEpsWmowaUkwMUtXQzB4T0RNdFZFVllMVWt0TVVRME5UWWlMejQ4TDJjK1BHY2daR0YwWVMxdGJXd3RibTlrWlQwaWJXa2lJSFJ5WVc1elptOXliVDBpZEhKaGJuTnNZWFJsS0RFd056WXNNQ2tpUGp4MWMyVWdaR0YwWVMxalBTSXhSRFExUkNJZ2VHeHBibXM2YUhKbFpqMGlJMDFLV0MweE9ETXRWRVZZTFVrdE1VUTBOVVFpTHo0OEwyYytQQzluUGp3dlp6NDhaeUJrWVhSaExXMXRiQzF1YjJSbFBTSnRieUlnZEhKaGJuTm1iM0p0UFNKMGNtRnVjMnhoZEdVb01qRTFPQzR6TERBcElqNDhkWE5sSUdSaGRHRXRZejBpTTBRaUlIaHNhVzVyT21oeVpXWTlJaU5OU2xndE1UZ3pMVlJGV0MxT0xUTkVJaTgrUEM5blBqeG5JR1JoZEdFdGJXMXNMVzV2WkdVOUltMXZJaUIwY21GdWMyWnZjbTA5SW5SeVlXNXpiR0YwWlNnek1qRTBMakVzTUNraVBqeDFjMlVnWkdGMFlTMWpQU0l5TWpFeUlpQjRiR2x1YXpwb2NtVm1QU0lqVFVwWUxURTRNeTFVUlZndFRpMHlNakV5SWk4K1BDOW5QanhuSUdSaGRHRXRiVzFzTFc1dlpHVTlJbTF6ZFdJaUlIUnlZVzV6Wm05eWJUMGlkSEpoYm5Oc1lYUmxLRE01T1RJdU1Td3dLU0krUEdjZ1pHRjBZUzF0Yld3dGJtOWtaVDBpYldraVBqeDFjMlVnWkdGMFlTMWpQU0l4UkRRMU1DSWdlR3hwYm1zNmFISmxaajBpSTAxS1dDMHhPRE10VkVWWUxVa3RNVVEwTlRBaUx6NDhMMmMrUEdjZ1pHRjBZUzF0Yld3dGJtOWtaVDBpVkdWWVFYUnZiU0lnZEhKaGJuTm1iM0p0UFNKMGNtRnVjMnhoZEdVb05EWTJMQzB4TlRBcElITmpZV3hsS0RBdU56QTNLU0lnWkdGMFlTMXRhbmd0ZEdWNFkyeGhjM005SWs5U1JDSStQR2NnWkdGMFlTMXRiV3d0Ym05a1pUMGliV2tpUGp4MWMyVWdaR0YwWVMxalBTSXhSRFExTmlJZ2VHeHBibXM2YUhKbFpqMGlJMDFLV0MweE9ETXRWRVZZTFVrdE1VUTBOVFlpTHo0OEwyYytQR2NnWkdGMFlTMXRiV3d0Ym05a1pUMGliVzhpSUhSeVlXNXpabTl5YlQwaWRISmhibk5zWVhSbEtETTBOU3d3S1NJK1BIVnpaU0JrWVhSaExXTTlJakpESWlCNGJHbHVhenBvY21WbVBTSWpUVXBZTFRFNE15MVVSVmd0VGkweVF5SXZQand2Wno0OFp5QmtZWFJoTFcxdGJDMXViMlJsUFNKdGFTSWdkSEpoYm5ObWIzSnRQU0owY21GdWMyeGhkR1VvTmpJekxEQXBJajQ4ZFhObElHUmhkR0V0WXowaU1VUTBOVVFpSUhoc2FXNXJPbWh5WldZOUlpTk5TbGd0TVRnekxWUkZXQzFKTFRGRU5EVkVJaTgrUEM5blBqeG5JR1JoZEdFdGJXMXNMVzV2WkdVOUltMXBJaUIwY21GdWMyWnZjbTA5SW5SeVlXNXpiR0YwWlNneE1USTJMREFwSWo0OGRYTmxJR1JoZEdFdFl6MGlNVVEwTlVNaUlIaHNhVzVyT21oeVpXWTlJaU5OU2xndE1UZ3pMVlJGV0MxSkxURkVORFZESWk4K1BDOW5QanhuSUdSaGRHRXRiVzFzTFc1dlpHVTlJbTFwSWlCMGNtRnVjMlp2Y20wOUluUnlZVzV6YkdGMFpTZ3hOakV4TERBcElqNDhkWE5sSUdSaGRHRXRZejBpTVVRME5qQWlJSGhzYVc1ck9taHlaV1k5SWlOTlNsZ3RNVGd6TFZSRldDMUpMVEZFTkRZd0lpOCtQQzluUGp3dlp6NDhMMmMrUEdjZ1pHRjBZUzF0Yld3dGJtOWtaVDBpYlc4aUlIUnlZVzV6Wm05eWJUMGlkSEpoYm5Oc1lYUmxLRFl5TURFdU1Td3dLU0krUEhWelpTQmtZWFJoTFdNOUlqSkNJaUI0YkdsdWF6cG9jbVZtUFNJalRVcFlMVEU0TXkxVVJWZ3RUaTB5UWlJdlBqd3ZaejQ4WnlCa1lYUmhMVzF0YkMxdWIyUmxQU0p0YVNJZ2RISmhibk5tYjNKdFBTSjBjbUZ1YzJ4aGRHVW9Oekl3TVM0ekxEQXBJajQ4ZFhObElHUmhkR0V0WXowaU5rTWlJSGhzYVc1ck9taHlaV1k5SWlOTlNsZ3RNVGd6TFZSRldDMU9MVFpESWk4K1BIVnpaU0JrWVhSaExXTTlJalpHSWlCNGJHbHVhenBvY21WbVBTSWpUVXBZTFRFNE15MVVSVmd0VGkwMlJpSWdkSEpoYm5ObWIzSnRQU0owY21GdWMyeGhkR1VvTWpjNExEQXBJaTgrUEhWelpTQmtZWFJoTFdNOUlqWTNJaUI0YkdsdWF6cG9jbVZtUFNJalRVcFlMVEU0TXkxVVJWZ3RUaTAyTnlJZ2RISmhibk5tYjNKdFBTSjBjbUZ1YzJ4aGRHVW9OemM0TERBcElpOCtQQzluUGp4bklHUmhkR0V0Ylcxc0xXNXZaR1U5SW0xdklpQjBjbUZ1YzJadmNtMDlJblJ5WVc1emJHRjBaU2c0TkRjNUxqTXNNQ2tpUGp4MWMyVWdaR0YwWVMxalBTSXlNRFl4SWlCNGJHbHVhenBvY21WbVBTSWpUVXBZTFRFNE15MVVSVmd0VGkweU1EWXhJaTgrUEM5blBqeG5JR1JoZEdFdGJXMXNMVzV2WkdVOUltMXZJaUIwY21GdWMyWnZjbTA5SW5SeVlXNXpiR0YwWlNnNE5EYzVMak1zTUNraVBqeDFjMlVnWkdGMFlTMWpQU0l5T0NJZ2VHeHBibXM2YUhKbFpqMGlJMDFLV0MweE9ETXRWRVZZTFU0dE1qZ2lMejQ4TDJjK1BHY2daR0YwWVMxdGJXd3RibTlrWlQwaWJXa2lJSFJ5WVc1elptOXliVDBpZEhKaGJuTnNZWFJsS0RnNE5qZ3VNeXd3S1NJK1BIVnpaU0JrWVhSaExXTTlJalkxSWlCNGJHbHVhenBvY21WbVBTSWpUVXBZTFRFNE15MVVSVmd0VGkwMk5TSXZQangxYzJVZ1pHRjBZUzFqUFNJM09DSWdlR3hwYm1zNmFISmxaajBpSTAxS1dDMHhPRE10VkVWWUxVNHROemdpSUhSeVlXNXpabTl5YlQwaWRISmhibk5zWVhSbEtEUTBOQ3d3S1NJdlBqeDFjMlVnWkdGMFlTMWpQU0kzTUNJZ2VHeHBibXM2YUhKbFpqMGlJMDFLV0MweE9ETXRWRVZZTFU0dE56QWlJSFJ5WVc1elptOXliVDBpZEhKaGJuTnNZWFJsS0RrM01pd3dLU0l2UGp3dlp6NDhaeUJrWVhSaExXMXRiQzF1YjJSbFBTSnRieUlnZEhKaGJuTm1iM0p0UFNKMGNtRnVjMnhoZEdVb01UQXpPVFl1TXl3d0tTSStQSFZ6WlNCa1lYUmhMV005SWpJd05qRWlJSGhzYVc1ck9taHlaV1k5SWlOTlNsZ3RNVGd6TFZSRldDMU9MVEl3TmpFaUx6NDhMMmMrUEdjZ1pHRjBZUzF0Yld3dGJtOWtaVDBpYlhOMVlpSWdkSEpoYm5ObWIzSnRQU0owY21GdWMyeGhkR1VvTVRBMU5qTXNNQ2tpUGp4bklHUmhkR0V0Ylcxc0xXNXZaR1U5SW0xcElqNDhkWE5sSUdSaGRHRXRZejBpTVVRME5UQWlJSGhzYVc1ck9taHlaV1k5SWlOTlNsZ3RNVGd6TFZSRldDMUpMVEZFTkRVd0lpOCtQQzluUGp4bklHUmhkR0V0Ylcxc0xXNXZaR1U5SWxSbFdFRjBiMjBpSUhSeVlXNXpabTl5YlQwaWRISmhibk5zWVhSbEtEUTJOaXd0TVRVd0tTQnpZMkZzWlNnd0xqY3dOeWtpSUdSaGRHRXRiV3A0TFhSbGVHTnNZWE56UFNKUFVrUWlQanhuSUdSaGRHRXRiVzFzTFc1dlpHVTlJbTFwSWo0OGRYTmxJR1JoZEdFdFl6MGlNVVEwTlRZaUlIaHNhVzVyT21oeVpXWTlJaU5OU2xndE1UZ3pMVlJGV0MxSkxURkVORFUySWk4K1BDOW5QanhuSUdSaGRHRXRiVzFzTFc1dlpHVTlJbTF2SWlCMGNtRnVjMlp2Y20wOUluUnlZVzV6YkdGMFpTZ3pORFVzTUNraVBqeDFjMlVnWkdGMFlTMWpQU0l5UXlJZ2VHeHBibXM2YUhKbFpqMGlJMDFLV0MweE9ETXRWRVZZTFU0dE1rTWlMejQ4TDJjK1BHY2daR0YwWVMxdGJXd3RibTlrWlQwaWJXa2lJSFJ5WVc1elptOXliVDBpZEhKaGJuTnNZWFJsS0RZeU15d3dLU0krUEhWelpTQmtZWFJoTFdNOUlqRkVORFZFSWlCNGJHbHVhenBvY21WbVBTSWpUVXBZTFRFNE15MVVSVmd0U1MweFJEUTFSQ0l2UGp3dlp6NDhaeUJrWVhSaExXMXRiQzF1YjJSbFBTSnRhU0lnZEhKaGJuTm1iM0p0UFNKMGNtRnVjMnhoZEdVb01URXlOaXd3S1NJK1BIVnpaU0JrWVhSaExXTTlJakZFTkRWRElpQjRiR2x1YXpwb2NtVm1QU0lqVFVwWUxURTRNeTFVUlZndFNTMHhSRFExUXlJdlBqd3ZaejQ4WnlCa1lYUmhMVzF0YkMxdWIyUmxQU0p0YVNJZ2RISmhibk5tYjNKdFBTSjBjbUZ1YzJ4aGRHVW9NVFl4TVN3d0tTSStQSFZ6WlNCa1lYUmhMV005SWpGRU5EWXdJaUI0YkdsdWF6cG9jbVZtUFNJalRVcFlMVEU0TXkxVVJWZ3RTUzB4UkRRMk1DSXZQand2Wno0OEwyYytQQzluUGp4bklHUmhkR0V0Ylcxc0xXNXZaR1U5SW0xdklpQjBjbUZ1YzJadmNtMDlJblJ5WVc1emJHRjBaU2d4TWpjM01pd3dLU0krUEhWelpTQmtZWFJoTFdNOUlqSkNJaUI0YkdsdWF6cG9jbVZtUFNJalRVcFlMVEU0TXkxVVJWZ3RUaTB5UWlJdlBqd3ZaejQ4WnlCa1lYUmhMVzF0YkMxdWIyUmxQU0p0ZFc1a1pYSWlJSFJ5WVc1elptOXliVDBpZEhKaGJuTnNZWFJsS0RFek56Y3lMaklzTUNraVBqeG5JR1JoZEdFdGJXMXNMVzV2WkdVOUltMXZJaUIwY21GdWMyWnZjbTA5SW5SeVlXNXpiR0YwWlNnMk56a3VPQ3d3S1NJK1BIVnpaU0JrWVhSaExXTTlJakl5TVRFaUlIaHNhVzVyT21oeVpXWTlJaU5OU2xndE1UZ3pMVlJGV0MxTVR5MHlNakV4SWk4K1BDOW5QanhuSUdSaGRHRXRiVzFzTFc1dlpHVTlJbFJsV0VGMGIyMGlJSFJ5WVc1elptOXliVDBpZEhKaGJuTnNZWFJsS0RBc0xURXhOelF1T1NrZ2MyTmhiR1VvTUM0M01EY3BJaUJrWVhSaExXMXFlQzEwWlhoamJHRnpjejBpVDFKRUlqNDhaeUJrWVhSaExXMXRiQzF1YjJSbFBTSnRhU0krUEhWelpTQmtZWFJoTFdNOUlqRkVORFUzSWlCNGJHbHVhenBvY21WbVBTSWpUVXBZTFRFNE15MVVSVmd0U1MweFJEUTFOeUl2UGp3dlp6NDhaeUJrWVhSaExXMXRiQzF1YjJSbFBTSnRieUlnZEhKaGJuTm1iM0p0UFNKMGNtRnVjMnhoZEdVb05ERXlMREFwSWo0OGRYTmxJR1JoZEdFdFl6MGlNakl3T0NJZ2VHeHBibXM2YUhKbFpqMGlJMDFLV0MweE9ETXRWRVZZTFU0dE1qSXdPQ0l2UGp3dlp6NDhaeUJrWVhSaExXMXRiQzF1YjJSbFBTSlVaVmhCZEc5dElpQmtZWFJoTFcxcWVDMTBaWGhqYkdGemN6MGlUMUpFSWlCMGNtRnVjMlp2Y20wOUluUnlZVzV6YkdGMFpTZ3hNRGM1TERBcElqNDhaeUJrWVhSaExXMXRiQzF1YjJSbFBTSnRhU0krUEhWelpTQmtZWFJoTFdNOUlqUkZJaUI0YkdsdWF6cG9jbVZtUFNJalRVcFlMVEU0TXkxVVJWZ3RReTAwUlNJdlBqeDFjMlVnWkdGMFlTMWpQU0l4UkRRMU1pSWdlR3hwYm1zNmFISmxaajBpSTAxS1dDMHhPRE10VkVWWUxVTXRNVVEwTlRJaUlIUnlZVzV6Wm05eWJUMGlkSEpoYm5Oc1lYUmxLRGd5TUN3d0tTSXZQangxYzJVZ1pHRjBZUzFqUFNJeFJEUTFOQ0lnZUd4cGJtczZhSEpsWmowaUkwMUtXQzB4T0RNdFZFVllMVU10TVVRME5UUWlJSFJ5WVc1elptOXliVDBpZEhKaGJuTnNZWFJsS0RFeU9EWXNNQ2tpTHo0OEwyYytQQzluUGp4bklHUmhkR0V0Ylcxc0xXNXZaR1U5SW0xdklpQjBjbUZ1YzJadmNtMDlJblJ5WVc1emJHRjBaU2d5T0RReUxEQXBJajQ4ZFhObElHUmhkR0V0WXowaU1qZ2lJSGhzYVc1ck9taHlaV1k5SWlOTlNsZ3RNVGd6TFZSRldDMU9MVEk0SWk4K1BDOW5QanhuSUdSaGRHRXRiVzFzTFc1dlpHVTlJbTFwSWlCMGNtRnVjMlp2Y20wOUluUnlZVzV6YkdGMFpTZ3pNak14TERBcElqNDhkWE5sSUdSaGRHRXRZejBpTVVRME5UWWlJSGhzYVc1ck9taHlaV1k5SWlOTlNsZ3RNVGd6TFZSRldDMUpMVEZFTkRVMklpOCtQQzluUGp4bklHUmhkR0V0Ylcxc0xXNXZaR1U5SW0xdklpQjBjbUZ1YzJadmNtMDlJblJ5WVc1emJHRjBaU2d6TlRjMkxEQXBJajQ4ZFhObElHUmhkR0V0WXowaU1qa2lJSGhzYVc1ck9taHlaV1k5SWlOTlNsZ3RNVGd6TFZSRldDMU9MVEk1SWk4K1BDOW5Qand2Wno0OEwyYytQR2NnWkdGMFlTMXRiV3d0Ym05a1pUMGliV2tpSUhSeVlXNXpabTl5YlQwaWRISmhibk5zWVhSbEtERTJOelF5TGpVc01Da2lQangxYzJVZ1pHRjBZUzFqUFNJMk5TSWdlR3hwYm1zNmFISmxaajBpSTAxS1dDMHhPRE10VkVWWUxVNHROalVpTHo0OGRYTmxJR1JoZEdFdFl6MGlOemdpSUhoc2FXNXJPbWh5WldZOUlpTk5TbGd0TVRnekxWUkZXQzFPTFRjNElpQjBjbUZ1YzJadmNtMDlJblJ5WVc1emJHRjBaU2cwTkRRc01Da2lMejQ4ZFhObElHUmhkR0V0WXowaU56QWlJSGhzYVc1ck9taHlaV1k5SWlOTlNsZ3RNVGd6TFZSRldDMU9MVGN3SWlCMGNtRnVjMlp2Y20wOUluUnlZVzV6YkdGMFpTZzVOeklzTUNraUx6NDhMMmMrUEdjZ1pHRjBZUzF0Yld3dGJtOWtaVDBpYlc4aUlIUnlZVzV6Wm05eWJUMGlkSEpoYm5Oc1lYUmxLREU0TWpjd0xqVXNNQ2tpUGp4MWMyVWdaR0YwWVMxalBTSXlNRFl4SWlCNGJHbHVhenBvY21WbVBTSWpUVXBZTFRFNE15MVVSVmd0VGkweU1EWXhJaTgrUEM5blBqeG5JR1JoZEdFdGJXMXNMVzV2WkdVOUltMXpkV0lpSUhSeVlXNXpabTl5YlQwaWRISmhibk5zWVhSbEtERTRORE0zTGpJc01Da2lQanhuSUdSaGRHRXRiVzFzTFc1dlpHVTlJbTFwSWo0OGRYTmxJR1JoZEdFdFl6MGlNVVEwTlRBaUlIaHNhVzVyT21oeVpXWTlJaU5OU2xndE1UZ3pMVlJGV0MxSkxURkVORFV3SWk4K1BDOW5QanhuSUdSaGRHRXRiVzFzTFc1dlpHVTlJbFJsV0VGMGIyMGlJSFJ5WVc1elptOXliVDBpZEhKaGJuTnNZWFJsS0RRMk5pd3RNVFV3S1NCelkyRnNaU2d3TGpjd055a2lJR1JoZEdFdGJXcDRMWFJsZUdOc1lYTnpQU0pQVWtRaVBqeG5JR1JoZEdFdGJXMXNMVzV2WkdVOUltMXBJajQ4ZFhObElHUmhkR0V0WXowaU1VUTBOVFlpSUhoc2FXNXJPbWh5WldZOUlpTk5TbGd0TVRnekxWUkZXQzFKTFRGRU5EVTJJaTgrUEM5blBqeG5JR1JoZEdFdGJXMXNMVzV2WkdVOUltMXBJaUIwY21GdWMyWnZjbTA5SW5SeVlXNXpiR0YwWlNnek5EVXNNQ2tpUGp4MWMyVWdaR0YwWVMxalBTSXhSRFExTnlJZ2VHeHBibXM2YUhKbFpqMGlJMDFLV0MweE9ETXRWRVZZTFVrdE1VUTBOVGNpTHo0OEwyYytQQzluUGp3dlp6NDhaeUJrWVhSaExXMXRiQzF1YjJSbFBTSnRieUlnZEhKaGJuTm1iM0p0UFNKMGNtRnVjMnhoZEdVb01UazBPRGd1TlN3d0tTSStQSFZ6WlNCa1lYUmhMV005SWpJNUlpQjRiR2x1YXpwb2NtVm1QU0lqVFVwWUxURTRNeTFVUlZndFRpMHlPU0l2UGp3dlp6NDhMMmMrUEM5blBqd3ZjM1puUGc9PSIsCgkiUmVhbFZpZXdTaXplSnNvbiIgOiAie1wiaGVpZ2h0XCI6ODQ2LFwid2lkdGhcIjo3MDAwfSIKfQo="/>
    </extobj>
    <extobj name="2384804F-3998-4D57-9195-F3826E402611-15">
      <extobjdata type="2384804F-3998-4D57-9195-F3826E402611" data="ewoJIkltZ1NldHRpbmdKc29uIiA6ICJ7XCJoZWlnaHRcIjo0MS45NjQyODU3MTQyODU3MSxcIndpZHRoXCI6NDU4LjkyODU3MTQyODU3MTR9IiwKCSJMYXRleCIgOiAiTF97d1xcdGV4dHstfWNsaXB9ID0gLWNfe2kscG9zfSArIFxcbG9nKFxcZXhwX3tpLHBvc30gKyB3XzEgXFxzdW1fe2ogXFxpbiBIIFxcdGV4dHstfSBcXG1hdGhjYWx7TmVnfShpKX0gXFxleHAgY197aWp9ICsgd18yICBcXHN1bV97aiBcXGluIE0gXFx0ZXh0ey19IFxcbWF0aGNhbHtOZWd9KGkpfSBcXGV4cCBjX3tpan0gICsgd18zICBcXHN1bV97aiBcXGluIEwgXFx0ZXh0ey19IFxcbWF0aGNhbHtOZWd9KGkpfSBcXGV4cCBjX3tpan0pIiwKCSJMYXRleEltZ0Jhc2U2NCIgOiAiUEhOMlp5QjRiV3h1Y3owaWFIUjBjRG92TDNkM2R5NTNNeTV2Y21jdk1qQXdNQzl6ZG1jaUlIZHBaSFJvUFNJNU1DNDRNRFZsZUNJZ2FHVnBaMmgwUFNJMUxqUXpOR1Y0SWlCeWIyeGxQU0pwYldjaUlHWnZZM1Z6WVdKc1pUMGlabUZzYzJVaUlIWnBaWGRDYjNnOUlqQWdMVGsxTUNBME1ERXpOaUF5TkRBeExqY2lJSGh0Ykc1ek9uaHNhVzVyUFNKb2RIUndPaTh2ZDNkM0xuY3pMbTl5Wnk4eE9UazVMM2hzYVc1cklpQmhjbWxoTFdocFpHUmxiajBpZEhKMVpTSWdjM1I1YkdVOUluWmxjblJwWTJGc0xXRnNhV2R1T2lBdE15NHlPRFJsZURzZ2JXRjRMWGRwWkhSb09pQTVPQ1U3SWo0OFpHVm1jejQ4Y0dGMGFDQnBaRDBpVFVwWUxUSTNNUzFVUlZndFNTMHhSRFF6UmlJZ1pEMGlUVEl5T0NBMk16ZFJNVGswSURZek55QXhPVElnTmpReFVURTVNU0EyTkRNZ01Ua3hJRFkwT1ZFeE9URWdOamN6SURJd01pQTJPREpSTWpBMElEWTRNeUF5TVRjZ05qZ3pVVEkzTVNBMk9EQWdNelEwSURZNE1GRTBPRFVnTmpnd0lEVXdOaUEyT0ROSU5URTRVVFV5TkNBMk56Y2dOVEkwSURZM05GUTFNaklnTmpVMlVUVXhOeUEyTkRFZ05URXpJRFl6TjBnME56VlJOREEySURZek5pQXpPVFFnTmpJNFVUTTROeUEyTWpRZ016Z3dJRFl3TUZRek1UTWdNek0yVVRJNU55QXlOekVnTWpjNUlERTVPRlF5TlRJZ09EaE1NalF6SURVeVVUSTBNeUEwT0NBeU5USWdORGhVTXpFeElEUTJTRE15T0ZFek5qQWdORFlnTXpjNUlEUTNWRFF5T0NBMU5GUTBOemdnTnpKVU5USXlJREV3TmxRMU5qUWdNVFl4VVRVNE1DQXhPVEVnTlRrMElESXlPRlEyTVRFZ01qY3dVVFl4TmlBeU56TWdOakk0SURJM00wZzJOREZSTmpRM0lESTJOQ0EyTkRjZ01qWXlWRFl5TnlBeU1ETlVOVGd6SURnelZEVTFOeUE1VVRVMU5TQTBJRFUxTXlBelZEVXpOeUF3VkRRNU5DQXRNVkUwT0RNZ0xURWdOREU0SUMweFZESTVOQ0F3U0RFeE5sRXpNaUF3SURNeUlERXdVVE15SURFM0lETTBJREkwVVRNNUlEUXpJRFEwSURRMVVUUTRJRFEySURVNUlEUTJTRFkxVVRreUlEUTJJREV5TlNBME9WRXhNemtnTlRJZ01UUTBJRFl4VVRFME55QTJOU0F5TVRZZ016TTVWREk0TlNBMk1qaFJNamcxSURZek5TQXlNamdnTmpNM1dpSXZQanh3WVhSb0lHbGtQU0pOU2xndE1qY3hMVlJGV0MxSkxURkVORFkwSWlCa1BTSk5OVGd3SURNNE5WRTFPREFnTkRBMklEVTVPU0EwTWpSVU5qUXhJRFEwTTFFMk5Ua2dORFF6SURZM05DQTBNalZVTmprd0lETTJPRkUyT1RBZ016TTVJRFkzTVNBeU5UTlJOalUySURFNU55QTJORFFnTVRZeFZEWXdPU0E0TUZRMU5UUWdNVEpVTkRneUlDMHhNVkUwTXpnZ0xURXhJRFF3TkNBMVZETTFOU0EwT0ZFek5UUWdORGNnTXpVeUlEUTBVVE14TVNBdE1URWdNalV5SUMweE1WRXlNallnTFRFeElESXdNaUF0TlZReE5UVWdNVFJVTVRFNElEVXpWREV3TkNBeE1UWlJNVEEwSURFM01DQXhNemdnTWpZeVZERTNNeUF6TnpsUk1UY3pJRE00TUNBeE56TWdNemd4VVRFM015QXpPVEFnTVRjeklETTVNMVF4TmprZ05EQXdWREUxT0NBME1EUklNVFUwVVRFek1TQTBNRFFnTVRFeUlETTROVlE0TWlBek5EUlVOalVnTXpBeVZEVTNJREk0TUZFMU5TQXlOemdnTkRFZ01qYzRTREkzVVRJeElESTROQ0F5TVNBeU9EZFJNakVnTWpreklESTVJRE14TlZRMU1pQXpOalpVT1RZZ05ERTRWREUyTVNBME5ERlJNakEwSURRME1TQXlNamNnTkRFMlZESTFNQ0F6TlRoUk1qVXdJRE0wTUNBeU1UY2dNalV3VkRFNE5DQXhNVEZSTVRnMElEWTFJREl3TlNBME5sUXlOVGdnTWpaUk16QXhJREkySURNek5DQTROMHd6TXprZ09UWldNVEU1VVRNek9TQXhNaklnTXpNNUlERXlPRlF6TkRBZ01UTTJWRE0wTVNBeE5ETlVNelF5SURFMU1sUXpORFVnTVRZMVZETTBPQ0F4T0RKVU16VTBJREl3TmxRek5qSWdNak00VkRNM015QXlPREZSTkRBeUlETTVOU0EwTURZZ05EQTBVVFF4T1NBME16RWdORFE1SURRek1WRTBOamdnTkRNeElEUTNOU0EwTWpGVU5EZ3pJRFF3TWxFME9ETWdNemc1SURRMU5DQXlOelJVTkRJeUlERTBNbEUwTWpBZ01UTXhJRFF5TUNBeE1EZFdNVEF3VVRReU1DQTROU0EwTWpNZ056RlVORFF5SURReVZEUTROeUF5TmxFMU5UZ2dNallnTmpBd0lERTBPRkUyTURrZ01UY3hJRFl5TUNBeU1UTlVOak15SURJM00xRTJNeklnTXpBMklEWXhPU0F6TWpWVU5Ua3pJRE0xTjFRMU9EQWdNemcxV2lJdlBqeHdZWFJvSUdsa1BTSk5TbGd0TWpjeExWUkZXQzFPTFRKRUlpQmtQU0pOTVRFZ01UYzVWakkxTWtneU56ZFdNVGM1U0RFeFdpSXZQanh3WVhSb0lHbGtQU0pOU2xndE1qY3hMVlJGV0MxSkxURkVORFV3SWlCa1BTSk5NelFnTVRVNVVUTTBJREkyT0NBeE1qQWdNelUxVkRNd05pQTBOREpSTXpZeUlEUTBNaUF6T1RRZ05ERTRWRFF5TnlBek5UVlJOREkzSURNeU5pQTBNRGdnTXpBMlZETTJNQ0F5T0RWUk16UXhJREk0TlNBek16QWdNamsxVkRNeE9TQXpNalZVTXpNd0lETTFPVlF6TlRJZ016Z3dWRE0yTmlBek9EWklNelkzVVRNMk55QXpPRGdnTXpZeElETTVNbFF6TkRBZ05EQXdWRE13TmlBME1EUlJNamMySURRd05DQXlORGtnTXprd1VUSXlPQ0F6T0RFZ01qQTJJRE0xT1ZFeE5qSWdNekUxSURFME1pQXlNelZVTVRJeElERXhPVkV4TWpFZ056TWdNVFEzSURVd1VURTJPU0F5TmlBeU1EVWdNalpJTWpBNVVUTXlNU0F5TmlBek9UUWdNVEV4VVRRd015QXhNakVnTkRBMklERXlNVkUwTVRBZ01USXhJRFF4T1NBeE1USlVOREk1SURrNFZEUXlNQ0E0TTFRek9URWdOVFZVTXpRMklESTFWREk0TWlBd1ZESXdNaUF0TVRGUk1USTNJQzB4TVNBNE1TQXpOMVF6TkNBeE5UbGFJaTgrUEhCaGRHZ2dhV1E5SWsxS1dDMHlOekV0VkVWWUxVa3RNVVEwTlRraUlHUTlJazB4TVRjZ05UbFJNVEUzSURJMklERTBNaUF5TmxFeE56a2dNallnTWpBMUlERXpNVkV5TVRFZ01UVXhJREl4TlNBeE5USlJNakUzSURFMU15QXlNalVnTVRVelNESXlPVkV5TXpnZ01UVXpJREkwTVNBeE5UTlVNalEySURFMU1WUXlORGdnTVRRMFVUSTBOeUF4TXpnZ01qUTFJREV5T0ZReU16UWdPVEJVTWpFMElEUXpWREU0TXlBMlZERXpOeUF0TVRGUk1UQXhJQzB4TVNBM01DQXhNVlF6T0NBNE5WRXpPQ0E1TnlBek9TQXhNREpNTVRBMElETTJNRkV4TmpjZ05qRTFJREUyTnlBMk1qTlJNVFkzSURZeU5pQXhOallnTmpJNFZERTJNaUEyTXpKVU1UVTNJRFl6TkZReE5Ea2dOak0xVkRFME1TQTJNelpVTVRNeUlEWXpOMVF4TWpJZ05qTTNVVEV4TWlBMk16Y2dNVEE1SURZek4xUXhNREVnTmpNNFZEazFJRFkwTVZRNU5DQTJORGRST1RRZ05qUTVJRGsySURZMk1WRXhNREVnTmpnd0lERXdOeUEyT0RKVU1UYzVJRFk0T0ZFeE9UUWdOamc1SURJeE15QTJPVEJVTWpReklEWTVNMVF5TlRRZ05qazBVVEkyTmlBMk9UUWdNalkySURZNE5sRXlOallnTmpjMUlERTVNeUF6T0RaVU1URTRJRGd6VVRFeE9DQTRNU0F4TVRnZ056VlVNVEUzSURZMVZqVTVXaUl2UGp4d1lYUm9JR2xrUFNKTlNsZ3RNamN4TFZSRldDMUpMVEZFTkRVMklpQmtQU0pOTVRnMElEWXdNRkV4T0RRZ05qSTBJREl3TXlBMk5ESlVNalEzSURZMk1WRXlOalVnTmpZeElESTNOeUEyTkRsVU1qa3dJRFl4T1ZFeU9UQWdOVGsySURJM01DQTFOemRVTWpJMklEVTFOMUV5TVRFZ05UVTNJREU1T0NBMU5qZFVNVGcwSURZd01GcE5NakVnTWpnM1VUSXhJREk1TlNBek1DQXpNVGhVTlRRZ016WTVWRGs0SURReU1GUXhOVGdnTkRReVVURTVOeUEwTkRJZ01qSXpJRFF4T1ZReU5UQWdNelUzVVRJMU1DQXpOREFnTWpNMklETXdNVlF4T1RZZ01UazJWREUxTkNBNE0xRXhORGtnTmpFZ01UUTVJRFV4VVRFME9TQXlOaUF4TmpZZ01qWlJNVGMxSURJMklERTROU0F5T1ZReU1EZ2dORE5VTWpNMUlEYzRWREkyTUNBeE16ZFJNall6SURFME9TQXlOalVnTVRVeFZESTRNaUF4TlROUk16QXlJREUxTXlBek1ESWdNVFF6VVRNd01pQXhNelVnTWpreklERXhNbFF5TmpnZ05qRlVNakl6SURFeFZERTJNU0F0TVRGUk1USTVJQzB4TVNBeE1ESWdNVEJVTnpRZ056UlJOelFnT1RFZ056a2dNVEEyVkRFeU1pQXlNakJSTVRZd0lETXlNU0F4TmpZZ016UXhWREUzTXlBek9EQlJNVGN6SURRd05DQXhOVFlnTkRBMFNERTFORkV4TWpRZ05EQTBJRGs1SURNM01WUTJNU0F5T0RkUk5qQWdNamcySURVNUlESTRORlExT0NBeU9ERlVOVFlnTWpjNVZEVXpJREkzT0ZRME9TQXlOemhVTkRFZ01qYzRTREkzVVRJeElESTROQ0F5TVNBeU9EZGFJaTgrUEhCaGRHZ2dhV1E5SWsxS1dDMHlOekV0VkVWWUxVa3RNVVEwTlVRaUlHUTlJazB5TXlBeU9EZFJNalFnTWprd0lESTFJREk1TlZRek1DQXpNVGRVTkRBZ016UTRWRFUxSURNNE1WUTNOU0EwTVRGVU1UQXhJRFF6TTFReE16UWdORFF5VVRJd09TQTBORElnTWpNd0lETTNPRXd5TkRBZ016ZzNVVE13TWlBME5ESWdNelU0SURRME1sRTBNak1nTkRReUlEUTJNQ0F6T1RWVU5EazNJREk0TVZFME9UY2dNVGN6SURReU1TQTRNbFF5TkRrZ0xURXdVVEl5TnlBdE1UQWdNakV3SUMwMFVURTVPU0F4SURFNE55QXhNVlF4TmpnZ01qaE1NVFl4SURNMlVURTJNQ0F6TlNBeE16a2dMVFV4VkRFeE9DQXRNVE00VVRFeE9DQXRNVFEwSURFeU5pQXRNVFExVkRFMk15QXRNVFE0U0RFNE9GRXhPVFFnTFRFMU5TQXhPVFFnTFRFMU4xUXhPVEVnTFRFM05WRXhPRGdnTFRFNE55QXhPRFVnTFRFNU1GUXhOeklnTFRFNU5GRXhOekFnTFRFNU5DQXhOakVnTFRFNU5GUXhNamNnTFRFNU0xUTJOU0F0TVRreVVTMDFJQzB4T1RJZ0xUSTBJQzB4T1RSSUxUTXlVUzB6T1NBdE1UZzNJQzB6T1NBdE1UZ3pVUzB6TnlBdE1UVTJJQzB5TmlBdE1UUTRTQzAyVVRJNElDMHhORGNnTXpNZ0xURXpObEV6TmlBdE1UTXdJRGswSURFd00xUXhOVFVnTXpVd1VURTFOaUF6TlRVZ01UVTJJRE0yTkZFeE5UWWdOREExSURFek1TQTBNRFZSTVRBNUlEUXdOU0E1TkNBek56ZFVOekVnTXpFMlZEVTVJREk0TUZFMU55QXlOemdnTkRNZ01qYzRTREk1VVRJeklESTROQ0F5TXlBeU9EZGFUVEUzT0NBeE1ESlJNakF3SURJMklESTFNaUF5TmxFeU9ESWdNallnTXpFd0lEUTVWRE0xTmlBeE1EZFJNemMwSURFME1TQXpPVElnTWpFMVZEUXhNU0F6TWpWV016TXhVVFF4TVNBME1EVWdNelV3SURRd05WRXpNemtnTkRBMUlETXlPQ0EwTURKVU16QTJJRE01TTFReU9EWWdNemd3VkRJMk9TQXpOalZVTWpVMElETTFNRlF5TkRNZ016TTJWREl6TlNBek1qWk1Nak15SURNeU1sRXlNeklnTXpJeElESXlPU0F6TURoVU1qRTRJREkyTkZReU1EUWdNakV5VVRFM09DQXhNRFlnTVRjNElERXdNbG9pTHo0OGNHRjBhQ0JwWkQwaVRVcFlMVEkzTVMxVVJWZ3RUaTB6UkNJZ1pEMGlUVFUySURNME4xRTFOaUF6TmpBZ056QWdNelkzU0Rjd04xRTNNaklnTXpVNUlEY3lNaUF6TkRkUk56SXlJRE16TmlBM01EZ2dNekk0VERNNU1DQXpNamRJTnpKUk5UWWdNek15SURVMklETTBOMXBOTlRZZ01UVXpVVFUySURFMk9DQTNNaUF4TnpOSU56QTRVVGN5TWlBeE5qTWdOekl5SURFMU0xRTNNaklnTVRRd0lEY3dOeUF4TXpOSU56QlJOVFlnTVRRd0lEVTJJREUxTTFvaUx6NDhjR0YwYUNCcFpEMGlUVXBZTFRJM01TMVVSVmd0VGkweU1qRXlJaUJrUFNKTk9EUWdNak0zVkRnMElESTFNRlE1T0NBeU56QklOamM1VVRZNU5DQXlOaklnTmprMElESTFNRlEyTnprZ01qTXdTRGs0VVRnMElESXpOeUE0TkNBeU5UQmFJaTgrUEhCaGRHZ2dhV1E5SWsxS1dDMHlOekV0VkVWWUxVNHRNa01pSUdROUlrMDNPQ0F6TlZRM09DQTJNRlE1TkNBeE1ETlVNVE0zSURFeU1WRXhOalVnTVRJeElERTROeUE1TmxReU1UQWdPRkV5TVRBZ0xUSTNJREl3TVNBdE5qQlVNVGd3SUMweE1UZFVNVFUwSUMweE5UaFVNVE13SUMweE9EVlVNVEUzSUMweE9UUlJNVEV6SUMweE9UUWdNVEEwSUMweE9EVlVPVFVnTFRFM01sRTVOU0F0TVRZNElERXdOaUF0TVRVMlZERXpNU0F0TVRJMlZERTFOeUF0TnpaVU1UY3pJQzB6VmpsTU1UY3lJRGhSTVRjd0lEY2dNVFkzSURaVU1UWXhJRE5VTVRVeUlERlVNVFF3SURCUk1URXpJREFnT1RZZ01UZGFJaTgrUEhCaGRHZ2dhV1E5SWsxS1dDMHlOekV0VkVWWUxVa3RNVVEwTlVNaUlHUTlJazB5TURFZ0xURXhVVEV5TmlBdE1URWdPREFnTXpoVU16UWdNVFUyVVRNMElESXlNU0EyTkNBeU56bFVNVFEySURNNE1GRXlNaklnTkRReElETXdNU0EwTkRGUk16TXpJRFEwTVNBek5ERWdORFF3VVRNMU5DQTBNemNnTXpZM0lEUXpNMVEwTURJZ05ERTNWRFF6T0NBek9EZFVORFkwSURNek9GUTBOellnTWpZNFVUUTNOaUF4TmpFZ016a3dJRGMxVkRJd01TQXRNVEZhVFRFeU1TQXhNakJSTVRJeElEY3dJREUwTnlBME9GUXlNRFlnTWpaUk1qVXdJREkySURJNE9TQTFPRlF6TlRFZ01UUXlVVE0yTUNBeE5qTWdNemMwSURJeE5sUXpPRGdnTXpBNFVUTTRPQ0F6TlRJZ016Y3dJRE0zTlZFek5EWWdOREExSURNd05pQTBNRFZSTWpReklEUXdOU0F4T1RVZ016UTNVVEUxT0NBek1ETWdNVFF3SURJek1GUXhNakVnTVRJd1dpSXZQanh3WVhSb0lHbGtQU0pOU2xndE1qY3hMVlJGV0MxSkxURkVORFl3SWlCa1BTSk5NVE14SURJNE9WRXhNekVnTXpJeElERTBOeUF6TlRSVU1qQXpJRFF4TlZRek1EQWdORFF5VVRNMk1pQTBORElnTXprd0lEUXhOVlEwTVRrZ016VTFVVFF4T1NBek1qTWdOREF5SURNd09GUXpOalFnTWpreVVUTTFNU0F5T1RJZ016UXdJRE13TUZRek1qZ2dNekkyVVRNeU9DQXpORElnTXpNM0lETTFORlF6TlRRZ016Y3lWRE0yTnlBek56aFJNelk0SURNM09DQXpOamdnTXpjNVVUTTJPQ0F6T0RJZ016WXhJRE00T0ZRek16WWdNems1VkRJNU55QTBNRFZSTWpRNUlEUXdOU0F5TWpjZ016YzVWREl3TkNBek1qWlJNakEwSURNd01TQXlNak1nTWpreFZESTNPQ0F5TnpSVU16TXdJREkxT1ZFek9UWWdNak13SURNNU5pQXhOak5STXprMklERXpOU0F6T0RVZ01UQTNWRE0xTWlBMU1WUXlPRGtnTjFReE9UVWdMVEV3VVRFeE9DQXRNVEFnT0RZZ01UbFVOVE1nT0RkUk5UTWdNVEkySURjMElERTBNMVF4TVRnZ01UWXdVVEV6TXlBeE5qQWdNVFEySURFMU1WUXhOakFnTVRJd1VURTJNQ0E1TkNBeE5ESWdOelpVTVRFeElEVTRVVEV3T1NBMU55QXhNRGdnTlRkVU1UQTNJRFUxVVRFd09DQTFNaUF4TVRVZ05EZFVNVFEySURNMFZESXdNU0F5TjFFeU16Y2dNamNnTWpZeklETTRWRE13TVNBMk5sUXpNVGdnT1RkVU16SXpJREV5TWxFek1qTWdNVFV3SURNd01pQXhOalJVTWpVMElERTRNVlF4T1RVZ01UazJWREUwT0NBeU16RlJNVE14SURJMU5pQXhNekVnTWpnNVdpSXZQanh3WVhSb0lHbGtQU0pOU2xndE1qY3hMVlJGV0MxT0xUSkNJaUJrUFNKTk5UWWdNak0zVkRVMklESTFNRlEzTUNBeU56QklNelk1VmpReU1Fd3pOekFnTlRjd1VUTTRNQ0ExT0RNZ016ZzVJRFU0TTFFME1ESWdOVGd6SURRd09TQTFOamhXTWpjd1NEY3dOMUUzTWpJZ01qWXlJRGN5TWlBeU5UQlVOekEzSURJek1FZzBNRGxXTFRZNFVUUXdNU0F0T0RJZ016a3hJQzA0TWtnek9EbElNemczVVRNM05TQXRPRElnTXpZNUlDMDJPRll5TXpCSU56QlJOVFlnTWpNM0lEVTJJREkxTUZvaUx6NDhjR0YwYUNCcFpEMGlUVXBZTFRJM01TMVVSVmd0VGkwMlF5SWdaRDBpVFRReUlEUTJTRFUyVVRrMUlEUTJJREV3TXlBMk1GWTJPRkV4TURNZ056Y2dNVEF6SURreFZERXdNeUF4TWpSVU1UQTBJREUyTjFReE1EUWdNakUzVkRFd05DQXlOekpVTVRBMElETXlPVkV4TURRZ016WTJJREV3TkNBME1EZFVNVEEwSURRNE1sUXhNRFFnTlRReVZERXdNeUExT0RaVU1UQXpJRFl3TTFFeE1EQWdOakl5SURnNUlEWXlPRlEwTkNBMk16ZElNalpXTmpZd1VUSTJJRFk0TXlBeU9DQTJPRE5NTXpnZ05qZzBVVFE0SURZNE5TQTJOeUEyT0RaVU1UQTBJRFk0T0ZFeE1qRWdOamc1SURFME1TQTJPVEJVTVRjeElEWTVNMVF4T0RJZ05qazBTREU0TlZZek56bFJNVGcxSURZeUlERTROaUEyTUZFeE9UQWdOVElnTVRrNElEUTVVVEl4T1NBME5pQXlORGNnTkRaSU1qWXpWakJJTWpVMVRESXpNaUF4VVRJd09TQXlJREU0TXlBeVZERTBOU0F6VkRFd055QXpWRFUzSURGTU16UWdNRWd5TmxZME5rZzBNbG9pTHo0OGNHRjBhQ0JwWkQwaVRVcFlMVEkzTVMxVVJWZ3RUaTAyUmlJZ1pEMGlUVEk0SURJeE5GRXlPQ0F6TURrZ09UTWdNemM0VkRJMU1DQTBORGhSTXpRd0lEUTBPQ0EwTURVZ016Z3dWRFEzTVNBeU1UVlJORGN4SURFeU1DQTBNRGNnTlRWVU1qVXdJQzB4TUZFeE5UTWdMVEV3SURreElEVTNWREk0SURJeE5GcE5NalV3SURNd1VUTTNNaUF6TUNBek56SWdNVGt6VmpJeU5WWXlOVEJSTXpjeUlESTNNaUF6TnpFZ01qZzRWRE0yTkNBek1qWlVNelE0SURNMk1sUXpNVGNnTXprd1ZESTJPQ0EwTVRCUk1qWXpJRFF4TVNBeU5USWdOREV4VVRJeU1pQTBNVEVnTVRrMUlETTVPVkV4TlRJZ016YzNJREV6T1NBek16aFVNVEkySURJME5sWXlNalpSTVRJMklERXpNQ0F4TkRVZ09URlJNVGMzSURNd0lESTFNQ0F6TUZvaUx6NDhjR0YwYUNCcFpEMGlUVXBZTFRJM01TMVVSVmd0VGkwMk55SWdaRDBpVFRNeU9TQTBNRGxSTXpjeklEUTFNeUEwTWprZ05EVXpVVFExT1NBME5UTWdORGN5SURRek5GUTBPRFVnTXprMlVUUTROU0F6T0RJZ05EYzJJRE0zTVZRME5Ea2dNell3VVRReE5pQXpOakFnTkRFeUlETTVNRkUwTVRBZ05EQTBJRFF4TlNBME1URlJOREUxSURReE1pQTBNVFlnTkRFMFZqUXhOVkV6T0RnZ05ERXlJRE0yTXlBek9UTlJNelUxSURNNE9DQXpOVFVnTXpnMlVUTTFOU0F6T0RVZ016VTVJRE00TVZRek5qZ2dNelk1VkRNM09TQXpOVEZVTXpnNElETXlOVlF6T1RJZ01qa3lVVE01TWlBeU16QWdNelF6SURFNE4xUXlNaklnTVRRelVURTNNaUF4TkRNZ01USXpJREUzTVZFeE1USWdNVFV6SURFeE1pQXhNek5STVRFeUlEazRJREV6T0NBNE1WRXhORGNnTnpVZ01UVTFJRGMxVkRJeU55QTNNMUV6TVRFZ056SWdNek0xSURZM1VUTTVOaUExT0NBME16RWdNalpSTkRjd0lDMHhNeUEwTnpBZ0xUY3lVVFEzTUNBdE1UTTVJRE01TWlBdE1UYzFVVE16TWlBdE1qQTJJREkxTUNBdE1qQTJVVEUyTnlBdE1qQTJJREV3TnlBdE1UYzFVVEk1SUMweE5EQWdNamtnTFRjMVVUSTVJQzB6T1NBMU1DQXRNVFZVT1RJZ01UaE1NVEF6SURJMFVUWTNJRFUxSURZM0lERXdPRkUyTnlBeE5UVWdPVFlnTVRrelVUVXlJREl6TnlBMU1pQXlPVEpSTlRJZ016VTFJREV3TWlBek9UaFVNakl6SURRME1sRXlOelFnTkRReUlETXhPQ0EwTVRaTU16STVJRFF3T1ZwTk1qazVJRE0wTTFFeU9UUWdNemN4SURJM015QXpPRGRVTWpJeElEUXdORkV4T1RJZ05EQTBJREUzTVNBek9EaFVNVFExSURNME0xRXhORElnTXpJMklERTBNaUF5T1RKUk1UUXlJREkwT0NBeE5Ea2dNakkzVkRFM09TQXhPVEpSTVRrMklERTRNaUF5TWpJZ01UZ3lVVEkwTkNBeE9ESWdNall3SURFNE9WUXlPRE1nTWpBM1ZESTVOQ0F5TWpkVU1qazVJREkwTWxFek1ESWdNalU0SURNd01pQXlPVEpVTWprNUlETTBNMXBOTkRBeklDMDNOVkUwTURNZ0xUVXdJRE00T1NBdE16UlVNelE0SUMweE1WUXlPVGtnTFRKVU1qUTFJREJJTWpFNFVURTFNU0F3SURFek9DQXRObEV4TVRnZ0xURTFJREV3TnlBdE16UlVPVFVnTFRjMFVUazFJQzA0TkNBeE1ERWdMVGszVkRFeU1pQXRNVEkzVkRFM01DQXRNVFUxVkRJMU1DQXRNVFkzVVRNeE9TQXRNVFkzSURNMk1TQXRNVE01VkRRd015QXROelZhSWk4K1BIQmhkR2dnYVdROUlrMUtXQzB5TnpFdFZFVllMVTR0TWpBMk1TSWdaRDBpSWk4K1BIQmhkR2dnYVdROUlrMUtXQzB5TnpFdFZFVllMVTR0TWpnaUlHUTlJazA1TkNBeU5UQlJPVFFnTXpFNUlERXdOQ0F6T0RGVU1USTNJRFE0T0ZReE5qUWdOVGMyVkRJd01pQTJORE5VTWpRMElEWTVOVlF5TnpjZ056STVWRE13TWlBM05UQklNekUxU0RNeE9WRXpNek1nTnpVd0lETXpNeUEzTkRGUk16TXpJRGN6T0NBek1UWWdOekl3VkRJM05TQTJOamRVTWpJMklEVTRNVlF4T0RRZ05EUXpWREUyTnlBeU5UQlVNVGcwSURVNFZESXlOU0F0T0RGVU1qYzBJQzB4TmpkVU16RTJJQzB5TWpCVU16TXpJQzB5TkRGUk16TXpJQzB5TlRBZ016RTRJQzB5TlRCSU16RTFTRE13TWt3eU56UWdMVEl5TmxFeE9EQWdMVEUwTVNBeE16Y2dMVEUwVkRrMElESTFNRm9pTHo0OGNHRjBhQ0JwWkQwaVRVcFlMVEkzTVMxVVJWZ3RUaTAyTlNJZ1pEMGlUVEk0SURJeE9GRXlPQ0F5TnpNZ05EZ2dNekU0VkRrNElETTVNVlF4TmpNZ05ETXpWREl5T1NBME5EaFJNamd5SURRME9DQXpNakFnTkRNd1ZETTNPQ0F6T0RCVU5EQTJJRE14TmxRME1UVWdNalExVVRReE5TQXlNemdnTkRBNElESXpNVWd4TWpaV01qRTJVVEV5TmlBMk9DQXlNallnTXpaUk1qUTJJRE13SURJM01DQXpNRkV6TVRJZ016QWdNelF5SURZeVVUTTFPU0EzT1NBek5qa2dNVEEwVERNM09TQXhNamhSTXpneUlERXpNU0F6T1RVZ01UTXhTRE01T0ZFME1UVWdNVE14SURReE5TQXhNakZSTkRFMUlERXhOeUEwTVRJZ01UQTRVVE01TXlBMU15QXpORGtnTWpGVU1qVXdJQzB4TVZFeE5UVWdMVEV4SURreUlEVTRWREk0SURJeE9GcE5Nek16SURJM05WRXpNaklnTkRBeklESXpPQ0EwTVRGSU1qTTJVVEl5T0NBME1URWdNakl3SURReE1GUXhPVFVnTkRBeVZERTJOaUF6T0RGVU1UUXpJRE0wTUZReE1qY2dNamMwVmpJMk4wZ3pNek5XTWpjMVdpSXZQanh3WVhSb0lHbGtQU0pOU2xndE1qY3hMVlJGV0MxT0xUYzRJaUJrUFNKTk1qQXhJREJSTVRnNUlETWdNVEF5SUROUk1qWWdNeUF4TnlBd1NERXhWalEyU0RJMVVUUTRJRFEzSURZM0lEVXlWRGsySURZeFZERXlNU0EzT0ZReE16a2dPVFpVTVRZd0lERXlNbFF4T0RBZ01UVXdUREl5TmlBeU1UQk1NVFk0SURJNE9GRXhOVGtnTXpBeElERTBPU0F6TVRWVU1UTXpJRE16TmxReE1qSWdNelV4VkRFeE15QXpOak5VTVRBM0lETTNNRlF4TURBZ016YzJWRGswSURNM09WUTRPQ0F6T0RGVU9EQWdNemd6VVRjMElETTRNeUEwTkNBek9EVklNVFpXTkRNeFNESXpVVFU1SURReU9TQXhNallnTkRJNVVUSXhPU0EwTWprZ01qSTVJRFF6TVVneU16ZFdNemcxVVRJd01TQXpPREVnTWpBeElETTJPVkV5TURFZ016WTNJREl4TVNBek5UTlVNak01SURNeE5WUXlOamdnTWpjMFRESTNNaUF5TnpCTU1qazNJRE13TkZFek1qa2dNelExSURNeU9TQXpOVGhSTXpJNUlETTJOQ0F6TWpjZ016WTVWRE15TWlBek56WlVNekUzSURNNE1GUXpNVEFnTXpnMFRETXdOeUF6T0RWSU16QXlWalF6TVVnek1EbFJNekkwSURReU9DQTBNRGdnTkRJNFVUUTROeUEwTWpnZ05Ea3pJRFF6TVVnME9UbFdNemcxU0RRNU1sRTBORE1nTXpnMUlEUXhNU0F6TmpoUk16azBJRE0yTUNBek56Y2dNelF4VkRNeE1pQXlOVGRNTWprMklESXpOa3d6TlRnZ01UVXhVVFF5TkNBMk1TQTBNamtnTlRkVU5EUTJJRFV3VVRRMk5DQTBOaUEwT1RrZ05EWklOVEUyVmpCSU5URXdTRFV3TWxFME9UUWdNU0EwT0RJZ01WUTBOVGNnTWxRME16SWdNbFEwTVRRZ00xRTBNRE1nTXlBek56Y2dNMVF6TWpjZ01Vd3pNRFFnTUVneU9UVldORFpJTWprNFVUTXdPU0EwTmlBek1qQWdOVEZVTXpNeElEWXpVVE16TVNBMk5TQXlPVEVnTVRJd1RESTFNQ0F4TnpWUk1qUTVJREUzTkNBeU1Ua2dNVE16VkRFNE5TQTRPRkV4T0RFZ09ETWdNVGd4SURjMFVURTRNU0EyTXlBeE9EZ2dOVFZVTWpBMklEUTJVVEl3T0NBME5pQXlNRGdnTWpOV01FZ3lNREZhSWk4K1BIQmhkR2dnYVdROUlrMUtXQzB5TnpFdFZFVllMVTR0TnpBaUlHUTlJazB6TmlBdE1UUTRTRFV3VVRnNUlDMHhORGdnT1RjZ0xURXpORll0TVRJMlVUazNJQzB4TVRrZ09UY2dMVEV3TjFRNU55QXROemRVT1RnZ0xUTTRWRGs0SURaVU9UZ2dOVFZVT1RnZ01UQTJVVGs0SURFME1DQTVPQ0F4TnpkVU9UZ2dNalF6VkRrNElESTVObFE1TnlBek16VlVPVGNnTXpVeFVUazBJRE0zTUNBNE15QXpOelpVTXpnZ016ZzFTREl3VmpRd09GRXlNQ0EwTXpFZ01qSWdORE14VERNeUlEUXpNbEUwTWlBME16TWdOakVnTkRNMFZEazRJRFF6TmxFeE1UVWdORE0zSURFek5TQTBNemhVTVRZMUlEUTBNVlF4TnpZZ05EUXlTREUzT1ZZME1UWk1NVGd3SURNNU1Fd3hPRGdnTXprM1VUSTBOeUEwTkRFZ016STJJRFEwTVZFME1EY2dORFF4SURRMk5DQXpOemRVTlRJeUlESXhObEUxTWpJZ01URTFJRFExTnlBMU1sUXpNVEFnTFRFeFVUSTBNaUF0TVRFZ01Ua3dJRE16VERFNE1pQTBNRll0TkRWV0xURXdNVkV4T0RJZ0xURXlPQ0F4T0RRZ0xURXpORlF4T1RVZ0xURTBOVkV5TVRZZ0xURTBPQ0F5TkRRZ0xURTBPRWd5TmpCV0xURTVORWd5TlRKTU1qSTRJQzB4T1ROUk1qQTFJQzB4T1RJZ01UYzRJQzB4T1RKVU1UUXdJQzB4T1RGUk16Y2dMVEU1TVNBeU9DQXRNVGswU0RJd1ZpMHhORGhJTXpaYVRUUXlOQ0F5TVRoUk5ESTBJREk1TWlBek9UQWdNelEzVkRNd05TQTBNREpSTWpNMElEUXdNaUF4T0RJZ016TTNWams0VVRJeU1pQXlOaUF5T1RRZ01qWlJNelExSURJMklETTROQ0E0TUZRME1qUWdNakU0V2lJdlBqeHdZWFJvSUdsa1BTSk5TbGd0TWpjeExWUkZXQzFPTFRNeElpQmtQU0pOTWpFeklEVTNPRXd5TURBZ05UY3pVVEU0TmlBMU5qZ2dNVFl3SURVMk0xUXhNRElnTlRVMlNEZ3pWall3TWtneE1ESlJNVFE1SURZd05DQXhPRGtnTmpFM1ZESTBOU0EyTkRGVU1qY3pJRFkyTTFFeU56VWdOalkySURJNE5TQTJOalpSTWprMElEWTJOaUF6TURJZ05qWXdWak0yTVV3ek1ETWdOakZSTXpFd0lEVTBJRE14TlNBMU1sUXpNemtnTkRoVU5EQXhJRFEyU0RReU4xWXdTRFF4TmxFek9UVWdNeUF5TlRjZ00xRXhNakVnTXlBeE1EQWdNRWc0T0ZZME5rZ3hNVFJSTVRNMklEUTJJREUxTWlBME5sUXhOemNnTkRkVU1Ua3pJRFV3VkRJd01TQTFNbFF5TURjZ05UZFVNakV6SURZeFZqVTNPRm9pTHo0OGNHRjBhQ0JwWkQwaVRVcFlMVEkzTVMxVVJWZ3RURTh0TWpJeE1TSWdaRDBpVFRZd0lEazBPRkUyTXlBNU5UQWdOalkxSURrMU1FZ3hNalkzVERFek1qVWdPREUxVVRFek9EUWdOamMzSURFek9EZ2dOalk1U0RFek5EaE1NVE0wTVNBMk9ETlJNVE15TUNBM01qUWdNVEk0TlNBM05qRlJNVEl6TlNBNE1Ea2dNVEUzTkNBNE16aFVNVEF6TXlBNE9ERlVPRGd5SURnNU9GUTJPVGtnT1RBeVNEVTNORWcxTkROSU1qVXhUREkxT1NBNE9URlJOekl5SURJMU9DQTNNalFnTWpVeVVUY3lOU0F5TlRBZ056STBJREkwTmxFM01qRWdNalF6SURRMk1DQXROVFpNTVRrMklDMHpOVFpSTVRrMklDMHpOVGNnTkRBM0lDMHpOVGRSTkRVNUlDMHpOVGNnTlRRNElDMHpOVGRVTmpjMklDMHpOVGhST0RFeUlDMHpOVGdnT0RrMklDMHpOVE5VTVRBMk15QXRNek15VkRFeU1EUWdMVEk0TTFReE16QTNJQzB4T1RaUk1UTXlPQ0F0TVRjd0lERXpORGdnTFRFeU5FZ3hNemc0VVRFek9EZ2dMVEV5TlNBeE16Z3hJQzB4TkRWVU1UTTFOaUF0TWpFd1ZERXpNalVnTFRJNU5Fd3hNalkzSUMwME5EbE1OalkySUMwME5UQlJOalFnTFRRMU1DQTJNU0F0TkRRNFVUVTFJQzAwTkRZZ05UVWdMVFF6T1ZFMU5TQXRORE0zSURVM0lDMDBNek5NTlRrd0lERTNOMUUxT1RBZ01UYzRJRFUxTnlBeU1qSlVORFV5SURNMk5sUXpNaklnTlRRMFREVTJJRGt3T1V3MU5TQTVNalJSTlRVZ09UUTFJRFl3SURrME9Gb2lMejQ4Y0dGMGFDQnBaRDBpVFVwWUxUSTNNUzFVUlZndFNTMHhSRFExTnlJZ1pEMGlUVEk1TnlBMU9UWlJNamszSURZeU55QXpNVGdnTmpRMFZETTJNU0EyTmpGUk16YzRJRFkyTVNBek9Ea2dOalV4VkRRd015QTJNak5STkRBeklEVTVOU0F6T0RRZ05UYzJWRE0wTUNBMU5UZFJNekl5SURVMU55QXpNVEFnTlRZM1ZESTVOeUExT1RaYVRUSTRPQ0F6TnpaUk1qZzRJRFF3TlNBeU5qSWdOREExVVRJME1DQTBNRFVnTWpJd0lETTVNMVF4T0RVZ016WXlWREUyTVNBek1qVlVNVFEwSURJNU0wd3hNemNnTWpjNVVURXpOU0F5TnpnZ01USXhJREkzT0VneE1EZFJNVEF4SURJNE5DQXhNREVnTWpnMlZERXdOU0F5T1RsUk1USTJJRE0wT0NBeE5qUWdNemt4VkRJMU1pQTBOREZSTWpVeklEUTBNU0F5TmpBZ05EUXhWREkzTWlBME5ESlJNamsySURRME1TQXpNVFlnTkRNeVVUTTBNU0EwTVRnZ016VTBJRFF3TVZRek5qY2dNelE0VmpNek1rd3pNVGdnTVRNelVUSTJOeUF0TmpjZ01qWTBJQzAzTlZFeU5EWWdMVEV5TlNBeE9UUWdMVEUyTkZRM05TQXRNakEwVVRJMUlDMHlNRFFnTnlBdE1UZ3pWQzB4TWlBdE1UTTNVUzB4TWlBdE1URXdJRGNnTFRreFZEVXpJQzAzTVZFM01DQXROekVnT0RJZ0xUZ3hWRGsxSUMweE1USlJPVFVnTFRFME9DQTJNeUF0TVRZM1VUWTVJQzB4TmpnZ056Y2dMVEUyT0ZFeE1URWdMVEUyT0NBeE16a2dMVEUwTUZReE9ESWdMVGMwVERFNU15QXRNekpSTWpBMElERXhJREl4T1NBM01sUXlOVEVnTVRrM1ZESTNPQ0F6TURoVU1qZzVJRE0yTlZFeU9Ea2dNemN5SURJNE9DQXpOelphSWk4K1BIQmhkR2dnYVdROUlrMUtXQzB5TnpFdFZFVllMVTR0TWpJd09DSWdaRDBpVFRnMElESTFNRkU0TkNBek56SWdNVFkySURRMU1GUXpOakFnTlRNNVVUTTJNU0ExTXprZ016YzNJRFV6T1ZRME1Ua2dOVFF3VkRRMk9TQTFOREJJTlRZNFVUVTRNeUExTXpJZ05UZ3pJRFV5TUZFMU9ETWdOVEV4SURVM01DQTFNREZNTkRZMklEVXdNRkV6TlRVZ05EazVJRE15T1NBME9UUlJNamd3SURRNE1pQXlORElnTkRVNFZERTRNeUEwTURsVU1UUTNJRE0xTkZReE1qa2dNekEyVkRFeU5DQXlOekpXTWpjd1NEVTJPRkUxT0RNZ01qWXlJRFU0TXlBeU5UQlVOVFk0SURJek1FZ3hNalJXTWpJNFVURXlOQ0F5TURjZ01UTTBJREUzTjFReE5qY2dNVEV5VkRJek1TQTBPRlF6TWpnZ04xRXpOVFVnTVNBME5qWWdNRWcxTnpCUk5UZ3pJQzB4TUNBMU9ETWdMVEl3VVRVNE15QXRNeklnTlRZNElDMDBNRWcwTnpGUk5EWTBJQzAwTUNBME5EWWdMVFF3VkRReE55QXROREZSTWpZeUlDMDBNU0F4TnpJZ05EVlJPRFFnTVRJM0lEZzBJREkxTUZvaUx6NDhjR0YwYUNCcFpEMGlUVXBZTFRJM01TMVVSVmd0U1MweFJEUXpRaUlnWkQwaVRUSXlPQ0EyTXpkUk1UazBJRFl6TnlBeE9USWdOalF4VVRFNU1TQTJORE1nTVRreElEWTBPVkV4T1RFZ05qY3pJREl3TWlBMk9ESlJNakEwSURZNE15QXlNVGtnTmpnelVUSTJNQ0EyT0RFZ016VTFJRFk0TVZFek9Ea2dOamd4SURReE9DQTJPREZVTkRZeklEWTRNbFEwT0RNZ05qZ3lVVFE1T1NBMk9ESWdORGs1SURZM01sRTBPVGtnTmpjd0lEUTVOeUEyTlRoUk5Ea3lJRFkwTVNBME9EY2dOak00U0RRNE5WRTBPRE1nTmpNNElEUTRNQ0EyTXpoVU5EY3pJRFl6T0ZRME5qUWdOak0zVkRRMU5TQTJNemRSTkRFMklEWXpOaUEwTURVZ05qTTBWRE00TnlBMk1qTlJNemcwSURZeE9TQXpOVFVnTlRBd1VUTTBPQ0EwTnpRZ016UXdJRFEwTWxRek1qZ2dNemsxVERNeU5DQXpPREJSTXpJMElETTNPQ0EwTmprZ016YzRTRFl4TkV3Mk1UVWdNemd4VVRZeE5TQXpPRFFnTmpRMklEVXdORkUyTnpRZ05qRTVJRFkzTkNBMk1qZFVOakUzSURZek4xRTFPVFFnTmpNM0lEVTROeUEyTXpsVU5UZ3dJRFkwT0ZFMU9EQWdOalV3SURVNE1pQTJOakJSTlRnMklEWTNOeUExT0RnZ05qYzVWRFl3TkNBMk9ESlJOakE1SURZNE1pQTJORFlnTmpneFZEYzBNQ0EyT0RCUk9EQXlJRFk0TUNBNE16VWdOamd4VkRnM01TQTJPREpST0RnNElEWTRNaUE0T0RnZ05qY3lVVGc0T0NBMk5EVWdPRGMySURZek9FZzROelJST0RjeUlEWXpPQ0E0TmprZ05qTTRWRGcyTWlBMk16aFVPRFV6SURZek4xUTRORFFnTmpNM1VUZ3dOU0EyTXpZZ056azBJRFl6TkZRM056WWdOakl6VVRjM015QTJNVGdnTnpBMElETTBNRlEyTXpRZ05UaFJOak0wSURVeElEWXpPQ0ExTVZFMk5EWWdORGdnTmpreUlEUTJTRGN5TTFFM01qa2dNemdnTnpJNUlETTNWRGN5TmlBeE9WRTNNaklnTmlBM01UWWdNRWczTURGUk5qWTBJRElnTlRZM0lESlJOVE16SURJZ05UQTBJREpVTkRVNElESlVORE0zSURGUk5ESXdJREVnTkRJd0lERXdVVFF5TUNBeE5TQTBNak1nTWpSUk5ESTRJRFF6SURRek15QTBOVkUwTXpjZ05EWWdORFE0SURRMlNEUTFORkUwT0RFZ05EWWdOVEUwSURRNVVUVXlNQ0ExTUNBMU1qSWdOVEJVTlRJNElEVTFWRFV6TkNBMk5GUTFOREFnT0RKVU5UUTNJREV4TUZRMU5UZ2dNVFV6VVRVMk5TQXhPREVnTlRZNUlERTVPRkUyTURJZ016TXdJRFl3TWlBek16RlVORFUzSURNek1rZ3pNVEpNTWpjNUlERTVOMUV5TkRVZ05qTWdNalExSURVNFVUSTBOU0ExTVNBeU5UTWdORGxVTXpBeklEUTJTRE16TkZFek5EQWdNemdnTXpRd0lETTNWRE16TnlBeE9WRXpNek1nTmlBek1qY2dNRWd6TVRKUk1qYzFJRElnTVRjNElESlJNVFEwSURJZ01URTFJREpVTmprZ01sUTBPQ0F4VVRNeElERWdNekVnTVRCUk16RWdNVElnTXpRZ01qUlJNemtnTkRNZ05EUWdORFZSTkRnZ05EWWdOVGtnTkRaSU5qVlJPVElnTkRZZ01USTFJRFE1VVRFek9TQTFNaUF4TkRRZ05qRlJNVFEzSURZMUlESXhOaUF6TXpsVU1qZzFJRFl5T0ZFeU9EVWdOak0xSURJeU9DQTJNemRhSWk4K1BIQmhkR2dnYVdROUlrMUtXQzB5TnpFdFZFVllMVU10TkVVaUlHUTlJazB6TkRNZ056QTFVVE0xT0NBM01EVWdNelU0SURZNU9GRXpOakFnTmprMklETTNNQ0EyTlRoVU5ERXhJRFV5TkZRME9EUWdNekU1VVRVek5pQXhOelFnTlRrd0lEZ3lURFU1TlNBM00wdzJNVFVnTVRVeVVUWTBOaUF5TnpRZ05qZ3pJRFF3TjFFM01qa2dOVGN4SURjMU1pQTJNemRVTnprNUlEY3lOMUU0TlRJZ056Z3dJRGt6TnlBM09EaFJPVE01SURjNE9DQTVORGNnTnpnNFZEazFPQ0EzT0RsSU9UWXlVVGszT1NBM09Ea2dPVGM1SURjMk5WRTVOemtnTnpJeUlEazFNU0EyT1RKUk9UUXlJRFk0TXlBNU1qUWdOamd6VVRnNE9DQTJPREVnT0RVNUlEWTNNbFE0TVRnZ05qVTBWRGd3TXlBMk16bFJOemcwSURZd09DQTNNRGdnTXpJeVZEWXpNU0F4TlZFMk16RWdNVFFnTmpNd0lERTFVVFl6TUNBeE55QTJNamtnTVRWUk5qSTRJREUwSURZeU9DQXhNbEUyTWpFZ0xUUWdOakF4SUMweE4xUTFOakFnTFRNeFVUVTFNQ0F0TXpFZ05UUTJJQzB5T0ZRMU16QWdMVGRSTkRnMElEWTNJRFExT0NBeE1qTlVNems0SURJM01sRXpOVElnTXpreUlETXhOQ0ExTVRSTU16QTJJRFV6TlZZMU16UlJNekEySURVek15QXlPVFlnTkRnNFZESTNNaUF6TnpsVU1qTTBJREl6T1ZReE9EVWdNVEF3VkRFeU55QXROMVEyTVNBdE5UQlJNelFnTFRVd0lEUWdMVE0wVkMweU55QTRVUzB5TnlBek15QXRNVElnTmpGVU1UZ2dPVEJSTWpFZ09UQWdNellnTnpkVU9EY2dOVGRJT1RKUk1UQTVJRFUzSURFeU15QTNPRlF4TmpJZ01UY3pVVEl3TmlBeU9Ua2dNak15SURReE4xUXlOalVnTlRrNVZESTNOaUEyTmpkUk1qZzBJRFk0TVNBek1EUWdOamt6VkRNME15QTNNRFZhSWk4K1BIQmhkR2dnYVdROUlrMUtXQzB5TnpFdFZFVllMVU10TVVRME5USWlJR1E5SWswek9TQXhOamhSTXprZ01qSTFJRFU0SURJM01sUXhNRGNnTXpVd1ZERTNOQ0EwTURKVU1qUTBJRFF6TTFRek1EY2dORFF5U0RNeE1GRXpOVFVnTkRReUlETTRPQ0EwTWpCVU5ESXhJRE0xTlZFME1qRWdNalkxSURNeE1DQXlNemRSTWpZeElESXlOQ0F4TnpZZ01qSXpVVEV6T1NBeU1qTWdNVE00SURJeU1WRXhNemdnTWpFNUlERXpNaUF4T0RaVU1USTFJREV5T0ZFeE1qVWdPREVnTVRRMklEVTBWREl3T1NBeU5sUXpNRElnTkRWVU16azBJREV4TVZFME1ETWdNVEl4SURRd05pQXhNakZSTkRFd0lERXlNU0EwTVRrZ01URXlWRFF5T1NBNU9GUTBNakFnT0RKVU16a3dJRFUxVkRNME5DQXlORlF5T0RFZ0xURlVNakExSUMweE1WRXhNallnTFRFeElEZ3pJRFF5VkRNNUlERTJPRnBOTXpjeklETTFNMUV6TmpjZ05EQTFJRE13TlNBME1EVlJNamN5SURRd05TQXlORFFnTXpreFZERTVPU0F6TlRkVU1UY3dJRE14TmxReE5UUWdNamd3VkRFME9TQXlOakZSTVRRNUlESTJNQ0F4TmprZ01qWXdVVEk0TWlBeU5qQWdNekkzSURJNE5GUXpOek1nTXpVeldpSXZQanh3WVhSb0lHbGtQU0pOU2xndE1qY3hMVlJGV0MxRExURkVORFUwSWlCa1BTSk5NekV4SURRelVUSTVOaUF6TUNBeU5qY2dNVFZVTWpBMklEQlJNVFF6SURBZ01UQTFJRFExVkRZMklERTJNRkUyTmlBeU5qVWdNVFF6SURNMU0xUXpNVFFnTkRReVVUTTJNU0EwTkRJZ05EQXhJRE01TkV3ME1EUWdNems0VVRRd05pQTBNREVnTkRBNUlEUXdORlEwTVRnZ05ERXlWRFF6TVNBME1UbFVORFEzSURReU1sRTBOakVnTkRJeUlEUTNNQ0EwTVROVU5EZ3dJRE01TkZFME9EQWdNemM1SURReU15QXhOVEpVTXpZeklDMDRNRkV6TkRVZ0xURXpOQ0F5T0RZZ0xURTJPVlF4TlRFZ0xUSXdOVkV4TUNBdE1qQTFJREV3SUMweE16ZFJNVEFnTFRFeE1TQXlPQ0F0T1RGVU56UWdMVGN4VVRnNUlDMDNNU0F4TURJZ0xUZ3dWREV4TmlBdE1URXhVVEV4TmlBdE1USXhJREV4TkNBdE1UTXdWREV3TnlBdE1UUTBWRGs1SUMweE5UUlVPVElnTFRFMk1rdzVNQ0F0TVRZMFNEa3hVVEV3TVNBdE1UWTNJREUxTVNBdE1UWTNVVEU0T1NBdE1UWTNJREl4TVNBdE1UVTFVVEl6TkNBdE1UUTBJREkxTkNBdE1USXlWREk0TWlBdE56VlJNamc0SUMwMU5pQXlPVGdnTFRFelVUTXhNU0F6TlNBek1URWdORE5hVFRNNE5DQXpNamhNTXpnd0lETXpPVkV6TnpjZ016VXdJRE0zTlNBek5UUlVNelk1SURNMk9GUXpOVGtnTXpneVZETTBOaUF6T1ROVU16STRJRFF3TWxRek1EWWdOREExVVRJMk1pQTBNRFVnTWpJeElETTFNbEV4T1RFZ016RXpJREUzTVNBeU16TlVNVFV4SURFeE4xRXhOVEVnTXpnZ01qRXpJRE00VVRJMk9TQXpPQ0F6TWpNZ01UQTRURE16TVNBeE1UaE1NemcwSURNeU9Gb2lMejQ4Y0dGMGFDQnBaRDBpVFVwWUxUSTNNUzFVUlZndFRpMHlPU0lnWkQwaVRUWXdJRGMwT1V3Mk5DQTNOVEJSTmprZ056VXdJRGMwSURjMU1FZzROa3d4TVRRZ056STJVVEl3T0NBMk5ERWdNalV4SURVeE5GUXlPVFFnTWpVd1VUSTVOQ0F4T0RJZ01qZzBJREV4T1ZReU5qRWdNVEpVTWpJMElDMDNObFF4T0RZZ0xURTBNMVF4TkRVZ0xURTVORlF4TVRNZ0xUSXlOMVE1TUNBdE1qUTJVVGczSUMweU5Ea2dPRFlnTFRJMU1FZzNORkUyTmlBdE1qVXdJRFl6SUMweU5UQlVOVGdnTFRJME4xUTFOU0F0TWpNNFVUVTJJQzB5TXpjZ05qWWdMVEl5TlZFeU1qRWdMVFkwSURJeU1TQXlOVEJVTmpZZ056STFVVFUySURjek55QTFOU0EzTXpoUk5UVWdOelEySURZd0lEYzBPVm9pTHo0OGNHRjBhQ0JwWkQwaVRVcFlMVEkzTVMxVVJWZ3RUaTB6TWlJZ1pEMGlUVEV3T1NBME1qbFJPRElnTkRJNUlEWTJJRFEwTjFRMU1DQTBPVEZSTlRBZ05UWXlJREV3TXlBMk1UUlVNak0xSURZMk5sRXpNallnTmpZMklETTROeUEyTVRCVU5EUTVJRFEyTlZFME5Ea2dOREl5SURReU9TQXpPRE5VTXpneElETXhOVlF6TURFZ01qUXhVVEkyTlNBeU1UQWdNakF4SURFME9Vd3hORElnT1ROTU1qRTRJRGt5VVRNM05TQTVNaUF6T0RVZ09UZFJNemt5SURrNUlEUXdPU0F4T0RaV01UZzVTRFEwT1ZZeE9EWlJORFE0SURFNE15QTBNellnT1RWVU5ESXhJRE5XTUVnMU1GWXhPVll6TVZFMU1DQXpPQ0ExTmlBME5sUTROaUE0TVZFeE1UVWdNVEV6SURFek5pQXhNemRSTVRRMUlERTBOeUF4TnpBZ01UYzBWREl3TkNBeU1URlVNak16SURJME5GUXlOakVnTWpjNFZESTROQ0F6TURoVU16QTFJRE0wTUZRek1qQWdNelk1VkRNek15QTBNREZVTXpRd0lEUXpNVlF6TkRNZ05EWTBVVE0wTXlBMU1qY2dNekE1SURVM00xUXlNVElnTmpFNVVURTNPU0EyTVRrZ01UVTBJRFl3TWxReE1Ua2dOVFk1VkRFd09TQTFOVEJSTVRBNUlEVTBPU0F4TVRRZ05UUTVVVEV6TWlBMU5Ea2dNVFV4SURVek5WUXhOekFnTkRnNVVURTNNQ0EwTmpRZ01UVTBJRFEwTjFReE1Ea2dOREk1V2lJdlBqeHdZWFJvSUdsa1BTSk5TbGd0TWpjeExWUkZXQzFKTFRGRU5EUXdJaUJrUFNKTk1qZzVJRFl5T1ZFeU9Ea2dOak0xSURJek1pQTJNemRSTWpBNElEWXpOeUF5TURFZ05qTTRWREU1TkNBMk5EaFJNVGswSURZME9TQXhPVFlnTmpVNVVURTVOeUEyTmpJZ01UazRJRFkyTmxReE9Ua2dOamN4VkRJd01TQTJOelpVTWpBeklEWTNPVlF5TURjZ05qZ3hWREl4TWlBMk9ETlVNakl3SURZNE0xUXlNeklnTmpnMFVUSXpPQ0EyT0RRZ01qWXlJRFk0TkZRek1EY2dOamd6VVRNNE5pQTJPRE1nTXprNElEWTRNMVEwTVRRZ05qYzRVVFF4TlNBMk56UWdORFV4SURNNU5rdzBPRGNnTVRFM1REVXhNQ0F4TlRSUk5UTTBJREU1TUNBMU56UWdNalUwVkRZMk1pQXpPVFJST0RNM0lEWTNNeUE0TXprZ05qYzFVVGcwTUNBMk56WWdPRFF5SURZM09GUTRORFlnTmpneFREZzFNaUEyT0ROSU9UUTRVVGsyTlNBMk9ETWdPVGc0SURZNE0xUXhNREUzSURZNE5GRXhNRFV4SURZNE5DQXhNRFV4SURZM00xRXhNRFV4SURZMk9DQXhNRFE0SURZMU5sUXhNRFExSURZME0xRXhNRFF4SURZek55QXhNREE0SURZek4xRTVOamdnTmpNMklEazFOeUEyTXpSVU9UTTVJRFl5TTFFNU16WWdOakU0SURnMk55QXpOREJVTnprM0lEVTVVVGM1TnlBMU5TQTNPVGdnTlRSVU9EQTFJRFV3VkRneU1pQTBPRlE0TlRVZ05EWklPRGcyVVRnNU1pQXpOeUE0T1RJZ016VlJPRGt5SURFNUlEZzROU0ExVVRnNE1DQXdJRGcyT1NBd1VUZzJOQ0F3SURneU9DQXhWRGN6TmlBeVVUWTNOU0F5SURZME5DQXlWRFl3T1NBeFVUVTVNaUF4SURVNU1pQXhNVkUxT1RJZ01UTWdOVGswSURJMVVUVTVPQ0EwTVNBMk1ESWdORE5VTmpJMUlEUTJVVFkxTWlBME5pQTJPRFVnTkRsUk5qazVJRFV5SURjd05DQTJNVkUzTURZZ05qVWdOelF5SURJd04xUTRNVE1nTkRrd1ZEZzBPQ0EyTXpGTU5qVTBJRE15TWxFME5UZ2dNVEFnTkRVeklEVlJORFV4SURRZ05EUTVJRE5STkRRMElEQWdORE16SURCUk5ERTRJREFnTkRFMUlEZFJOREV6SURFeElETTNOQ0F6TVRkTU16TTFJRFl5TkV3eU5qY2dNelUwVVRJd01DQTRPQ0F5TURBZ056bFJNakEySURRMklESTNNaUEwTmtneU9ESlJNamc0SURReElESTRPU0F6TjFReU9EWWdNVGxSTWpneUlETWdNamM0SURGUk1qYzBJREFnTWpZM0lEQlJNalkxSURBZ01qVTFJREJVTWpJeElERlVNVFUzSURKUk1USTNJRElnT1RVZ01WUTFPQ0F3VVRReklEQWdNemtnTWxRek5TQXhNVkV6TlNBeE15QXpPQ0F5TlZRME15QTBNRkUwTlNBME5pQTJOU0EwTmxFeE16VWdORFlnTVRVMElEZzJVVEUxT0NBNU1pQXlNak1nTXpVMFZESTRPU0EyTWpsYUlpOCtQSEJoZEdnZ2FXUTlJazFLV0MweU56RXRWRVZZTFU0dE16TWlJR1E5SWsweE1qY2dORFl6VVRFd01DQTBOak1nT0RVZ05EZ3dWRFk1SURVeU5GRTJPU0ExTnprZ01URTNJRFl5TWxReU16TWdOalkxVVRJMk9DQTJOalVnTWpjM0lEWTJORkV6TlRFZ05qVXlJRE01TUNBMk1URlVORE13SURVeU1sRTBNekFnTkRjd0lETTVOaUEwTWpGVU16QXlJRE0xTUV3eU9Ua2dNelE0VVRJNU9TQXpORGNnTXpBNElETTBOVlF6TXpjZ016TTJWRE0zTlNBek1UVlJORFUzSURJMk1pQTBOVGNnTVRjMVVUUTFOeUE1TmlBek9UVWdNemRVTWpNNElDMHlNbEV4TlRnZ0xUSXlJREV3TUNBeU1WUTBNaUF4TXpCUk5ESWdNVFU0SURZd0lERTNOVlF4TURVZ01Ua3pVVEV6TXlBeE9UTWdNVFV4SURFM05WUXhOamtnTVRNd1VURTJPU0F4TVRrZ01UWTJJREV4TUZReE5Ua2dPVFJVTVRRNElEZ3lWREV6TmlBM05GUXhNallnTnpCVU1URTRJRFkzVERFeE5DQTJObEV4TmpVZ01qRWdNak00SURJeFVUSTVNeUF5TVNBek1qRWdOelJSTXpNNElERXdOeUF6TXpnZ01UYzFWakU1TlZFek16Z2dNamt3SURJM05DQXpNakpSTWpVNUlETXlPQ0F5TVRNZ016STVUREUzTVNBek16Qk1NVFk0SURNek1sRXhOallnTXpNMUlERTJOaUF6TkRoUk1UWTJJRE0yTmlBeE56UWdNelkyVVRJd01pQXpOallnTWpNeUlETTNNVkV5TmpZZ016YzJJREk1TkNBME1UTlVNekl5SURVeU5WWTFNek5STXpJeUlEVTVNQ0F5T0RjZ05qRXlVVEkyTlNBMk1qWWdNalF3SURZeU5sRXlNRGdnTmpJMklERTRNU0EyTVRWVU1UUXpJRFU1TWxReE16SWdOVGd3U0RFek5WRXhNemdnTlRjNUlERTBNeUExTnpoVU1UVXpJRFUzTTFReE5qVWdOVFkyVkRFM05TQTFOVFZVTVRneklEVTBNRlF4T0RZZ05USXdVVEU0TmlBME9UZ2dNVGN5SURRNE1WUXhNamNnTkRZeldpSXZQand2WkdWbWN6NDhaeUJ6ZEhKdmEyVTlJbU4xY25KbGJuUkRiMnh2Y2lJZ1ptbHNiRDBpWTNWeWNtVnVkRU52Ykc5eUlpQnpkSEp2YTJVdGQybGtkR2c5SWpBaUlIUnlZVzV6Wm05eWJUMGljMk5oYkdVb01Td3RNU2tpUGp4bklHUmhkR0V0Ylcxc0xXNXZaR1U5SW0xaGRHZ2lQanhuSUdSaGRHRXRiVzFzTFc1dlpHVTlJbTF6ZFdJaVBqeG5JR1JoZEdFdGJXMXNMVzV2WkdVOUltMXBJajQ4ZFhObElHUmhkR0V0WXowaU1VUTBNMFlpSUhoc2FXNXJPbWh5WldZOUlpTk5TbGd0TWpjeExWUkZXQzFKTFRGRU5ETkdJaTgrUEM5blBqeG5JR1JoZEdFdGJXMXNMVzV2WkdVOUlsUmxXRUYwYjIwaUlIUnlZVzV6Wm05eWJUMGlkSEpoYm5Oc1lYUmxLRGN4TkN3dE1UVXdLU0J6WTJGc1pTZ3dMamN3TnlraUlHUmhkR0V0YldwNExYUmxlR05zWVhOelBTSlBVa1FpUGp4bklHUmhkR0V0Ylcxc0xXNXZaR1U5SW0xcElqNDhkWE5sSUdSaGRHRXRZejBpTVVRME5qUWlJSGhzYVc1ck9taHlaV1k5SWlOTlNsZ3RNamN4TFZSRldDMUpMVEZFTkRZMElpOCtQQzluUGp4bklHUmhkR0V0Ylcxc0xXNXZaR1U5SW0xMFpYaDBJaUIwY21GdWMyWnZjbTA5SW5SeVlXNXpiR0YwWlNnM01UWXNNQ2tpUGp4MWMyVWdaR0YwWVMxalBTSXlSQ0lnZUd4cGJtczZhSEpsWmowaUkwMUtXQzB5TnpFdFZFVllMVTR0TWtRaUx6NDhMMmMrUEdjZ1pHRjBZUzF0Yld3dGJtOWtaVDBpYldraUlIUnlZVzV6Wm05eWJUMGlkSEpoYm5Oc1lYUmxLREV3TkRrc01Da2lQangxYzJVZ1pHRjBZUzFqUFNJeFJEUTFNQ0lnZUd4cGJtczZhSEpsWmowaUkwMUtXQzB5TnpFdFZFVllMVWt0TVVRME5UQWlMejQ4TDJjK1BHY2daR0YwWVMxdGJXd3RibTlrWlQwaWJXa2lJSFJ5WVc1elptOXliVDBpZEhKaGJuTnNZWFJsS0RFME9ESXNNQ2tpUGp4MWMyVWdaR0YwWVMxalBTSXhSRFExT1NJZ2VHeHBibXM2YUhKbFpqMGlJMDFLV0MweU56RXRWRVZZTFVrdE1VUTBOVGtpTHo0OEwyYytQR2NnWkdGMFlTMXRiV3d0Ym05a1pUMGliV2tpSUhSeVlXNXpabTl5YlQwaWRISmhibk5zWVhSbEtERTNPREFzTUNraVBqeDFjMlVnWkdGMFlTMWpQU0l4UkRRMU5pSWdlR3hwYm1zNmFISmxaajBpSTAxS1dDMHlOekV0VkVWWUxVa3RNVVEwTlRZaUx6NDhMMmMrUEdjZ1pHRjBZUzF0Yld3dGJtOWtaVDBpYldraUlIUnlZVzV6Wm05eWJUMGlkSEpoYm5Oc1lYUmxLREl4TWpVc01Da2lQangxYzJVZ1pHRjBZUzFqUFNJeFJEUTFSQ0lnZUd4cGJtczZhSEpsWmowaUkwMUtXQzB5TnpFdFZFVllMVWt0TVVRME5VUWlMejQ4TDJjK1BDOW5Qand2Wno0OFp5QmtZWFJoTFcxdGJDMXViMlJsUFNKdGJ5SWdkSEpoYm5ObWIzSnRQU0owY21GdWMyeGhkR1VvTWprd01DNHhMREFwSWo0OGRYTmxJR1JoZEdFdFl6MGlNMFFpSUhoc2FXNXJPbWh5WldZOUlpTk5TbGd0TWpjeExWUkZXQzFPTFRORUlpOCtQQzluUGp4bklHUmhkR0V0Ylcxc0xXNXZaR1U5SW0xdklpQjBjbUZ1YzJadmNtMDlJblJ5WVc1emJHRjBaU2d6T1RVMUxqZ3NNQ2tpUGp4MWMyVWdaR0YwWVMxalBTSXlNakV5SWlCNGJHbHVhenBvY21WbVBTSWpUVXBZTFRJM01TMVVSVmd0VGkweU1qRXlJaTgrUEM5blBqeG5JR1JoZEdFdGJXMXNMVzV2WkdVOUltMXpkV0lpSUhSeVlXNXpabTl5YlQwaWRISmhibk5zWVhSbEtEUTNNek11T0N3d0tTSStQR2NnWkdGMFlTMXRiV3d0Ym05a1pUMGliV2tpUGp4MWMyVWdaR0YwWVMxalBTSXhSRFExTUNJZ2VHeHBibXM2YUhKbFpqMGlJMDFLV0MweU56RXRWRVZZTFVrdE1VUTBOVEFpTHo0OEwyYytQR2NnWkdGMFlTMXRiV3d0Ym05a1pUMGlWR1ZZUVhSdmJTSWdkSEpoYm5ObWIzSnRQU0owY21GdWMyeGhkR1VvTkRZMkxDMHhOVEFwSUhOallXeGxLREF1TnpBM0tTSWdaR0YwWVMxdGFuZ3RkR1Y0WTJ4aGMzTTlJazlTUkNJK1BHY2daR0YwWVMxdGJXd3RibTlrWlQwaWJXa2lQangxYzJVZ1pHRjBZUzFqUFNJeFJEUTFOaUlnZUd4cGJtczZhSEpsWmowaUkwMUtXQzB5TnpFdFZFVllMVWt0TVVRME5UWWlMejQ4TDJjK1BHY2daR0YwWVMxdGJXd3RibTlrWlQwaWJXOGlJSFJ5WVc1elptOXliVDBpZEhKaGJuTnNZWFJsS0RNME5Td3dLU0krUEhWelpTQmtZWFJoTFdNOUlqSkRJaUI0YkdsdWF6cG9jbVZtUFNJalRVcFlMVEkzTVMxVVJWZ3RUaTB5UXlJdlBqd3ZaejQ4WnlCa1lYUmhMVzF0YkMxdWIyUmxQU0p0YVNJZ2RISmhibk5tYjNKdFBTSjBjbUZ1YzJ4aGRHVW9Oakl6TERBcElqNDhkWE5sSUdSaGRHRXRZejBpTVVRME5VUWlJSGhzYVc1ck9taHlaV1k5SWlOTlNsZ3RNamN4TFZSRldDMUpMVEZFTkRWRUlpOCtQQzluUGp4bklHUmhkR0V0Ylcxc0xXNXZaR1U5SW0xcElpQjBjbUZ1YzJadmNtMDlJblJ5WVc1emJHRjBaU2d4TVRJMkxEQXBJajQ4ZFhObElHUmhkR0V0WXowaU1VUTBOVU1pSUhoc2FXNXJPbWh5WldZOUlpTk5TbGd0TWpjeExWUkZXQzFKTFRGRU5EVkRJaTgrUEM5blBqeG5JR1JoZEdFdGJXMXNMVzV2WkdVOUltMXBJaUIwY21GdWMyWnZjbTA5SW5SeVlXNXpiR0YwWlNneE5qRXhMREFwSWo0OGRYTmxJR1JoZEdFdFl6MGlNVVEwTmpBaUlIaHNhVzVyT21oeVpXWTlJaU5OU2xndE1qY3hMVlJGV0MxSkxURkVORFl3SWk4K1BDOW5Qand2Wno0OEwyYytQR2NnWkdGMFlTMXRiV3d0Ym05a1pUMGliVzhpSUhSeVlXNXpabTl5YlQwaWRISmhibk5zWVhSbEtEWTVOREl1T0N3d0tTSStQSFZ6WlNCa1lYUmhMV005SWpKQ0lpQjRiR2x1YXpwb2NtVm1QU0lqVFVwWUxUSTNNUzFVUlZndFRpMHlRaUl2UGp3dlp6NDhaeUJrWVhSaExXMXRiQzF1YjJSbFBTSnRhU0lnZEhKaGJuTm1iM0p0UFNKMGNtRnVjMnhoZEdVb056azBNeTR4TERBcElqNDhkWE5sSUdSaGRHRXRZejBpTmtNaUlIaHNhVzVyT21oeVpXWTlJaU5OU2xndE1qY3hMVlJGV0MxT0xUWkRJaTgrUEhWelpTQmtZWFJoTFdNOUlqWkdJaUI0YkdsdWF6cG9jbVZtUFNJalRVcFlMVEkzTVMxVVJWZ3RUaTAyUmlJZ2RISmhibk5tYjNKdFBTSjBjbUZ1YzJ4aGRHVW9NamM0TERBcElpOCtQSFZ6WlNCa1lYUmhMV005SWpZM0lpQjRiR2x1YXpwb2NtVm1QU0lqVFVwWUxUSTNNUzFVUlZndFRpMDJOeUlnZEhKaGJuTm1iM0p0UFNKMGNtRnVjMnhoZEdVb056YzRMREFwSWk4K1BDOW5QanhuSUdSaGRHRXRiVzFzTFc1dlpHVTlJbTF2SWlCMGNtRnVjMlp2Y20wOUluUnlZVzV6YkdGMFpTZzVNakl4TGpFc01Da2lQangxYzJVZ1pHRjBZUzFqUFNJeU1EWXhJaUI0YkdsdWF6cG9jbVZtUFNJalRVcFlMVEkzTVMxVVJWZ3RUaTB5TURZeElpOCtQQzluUGp4bklHUmhkR0V0Ylcxc0xXNXZaR1U5SW0xdklpQjBjbUZ1YzJadmNtMDlJblJ5WVc1emJHRjBaU2c1TWpJeExqRXNNQ2tpUGp4MWMyVWdaR0YwWVMxalBTSXlPQ0lnZUd4cGJtczZhSEpsWmowaUkwMUtXQzB5TnpFdFZFVllMVTR0TWpnaUx6NDhMMmMrUEdjZ1pHRjBZUzF0Yld3dGJtOWtaVDBpYlhOMVlpSWdkSEpoYm5ObWIzSnRQU0owY21GdWMyeGhkR1VvT1RZeE1DNHhMREFwSWo0OFp5QmtZWFJoTFcxdGJDMXViMlJsUFNKdGFTSStQSFZ6WlNCa1lYUmhMV005SWpZMUlpQjRiR2x1YXpwb2NtVm1QU0lqVFVwWUxUSTNNUzFVUlZndFRpMDJOU0l2UGp4MWMyVWdaR0YwWVMxalBTSTNPQ0lnZUd4cGJtczZhSEpsWmowaUkwMUtXQzB5TnpFdFZFVllMVTR0TnpnaUlIUnlZVzV6Wm05eWJUMGlkSEpoYm5Oc1lYUmxLRFEwTkN3d0tTSXZQangxYzJVZ1pHRjBZUzFqUFNJM01DSWdlR3hwYm1zNmFISmxaajBpSTAxS1dDMHlOekV0VkVWWUxVNHROekFpSUhSeVlXNXpabTl5YlQwaWRISmhibk5zWVhSbEtEazNNaXd3S1NJdlBqd3ZaejQ4WnlCa1lYUmhMVzF0YkMxdWIyUmxQU0pVWlZoQmRHOXRJaUIwY21GdWMyWnZjbTA5SW5SeVlXNXpiR0YwWlNneE5UWXhMQzB5TWprdU5Da2djMk5oYkdVb01DNDNNRGNwSWlCa1lYUmhMVzFxZUMxMFpYaGpiR0Z6Y3owaVQxSkVJajQ4WnlCa1lYUmhMVzF0YkMxdWIyUmxQU0p0YVNJK1BIVnpaU0JrWVhSaExXTTlJakZFTkRVMklpQjRiR2x1YXpwb2NtVm1QU0lqVFVwWUxUSTNNUzFVUlZndFNTMHhSRFExTmlJdlBqd3ZaejQ4WnlCa1lYUmhMVzF0YkMxdWIyUmxQU0p0YnlJZ2RISmhibk5tYjNKdFBTSjBjbUZ1YzJ4aGRHVW9NelExTERBcElqNDhkWE5sSUdSaGRHRXRZejBpTWtNaUlIaHNhVzVyT21oeVpXWTlJaU5OU2xndE1qY3hMVlJGV0MxT0xUSkRJaTgrUEM5blBqeG5JR1JoZEdFdGJXMXNMVzV2WkdVOUltMXBJaUIwY21GdWMyWnZjbTA5SW5SeVlXNXpiR0YwWlNnMk1qTXNNQ2tpUGp4MWMyVWdaR0YwWVMxalBTSXhSRFExUkNJZ2VHeHBibXM2YUhKbFpqMGlJMDFLV0MweU56RXRWRVZZTFVrdE1VUTBOVVFpTHo0OEwyYytQR2NnWkdGMFlTMXRiV3d0Ym05a1pUMGliV2tpSUhSeVlXNXpabTl5YlQwaWRISmhibk5zWVhSbEtERXhNallzTUNraVBqeDFjMlVnWkdGMFlTMWpQU0l4UkRRMVF5SWdlR3hwYm1zNmFISmxaajBpSTAxS1dDMHlOekV0VkVWWUxVa3RNVVEwTlVNaUx6NDhMMmMrUEdjZ1pHRjBZUzF0Yld3dGJtOWtaVDBpYldraUlIUnlZVzV6Wm05eWJUMGlkSEpoYm5Oc1lYUmxLREUyTVRFc01Da2lQangxYzJVZ1pHRjBZUzFqUFNJeFJEUTJNQ0lnZUd4cGJtczZhSEpsWmowaUkwMUtXQzB5TnpFdFZFVllMVWt0TVVRME5qQWlMejQ4TDJjK1BDOW5Qand2Wno0OFp5QmtZWFJoTFcxdGJDMXViMlJsUFNKdGJ5SWdkSEpoYm5ObWIzSnRQU0owY21GdWMyeGhkR1VvTVRJNE5UZ3VOU3d3S1NJK1BIVnpaU0JrWVhSaExXTTlJakpDSWlCNGJHbHVhenBvY21WbVBTSWpUVXBZTFRJM01TMVVSVmd0VGkweVFpSXZQand2Wno0OFp5QmtZWFJoTFcxdGJDMXViMlJsUFNKdGMzVmlJaUIwY21GdWMyWnZjbTA5SW5SeVlXNXpiR0YwWlNneE16WXpOaTQxTERBcElqNDhaeUJrWVhSaExXMXRiQzF1YjJSbFBTSnRhU0krUEhWelpTQmtZWFJoTFdNOUlqRkVORFkwSWlCNGJHbHVhenBvY21WbVBTSWpUVXBZTFRJM01TMVVSVmd0U1MweFJEUTJOQ0l2UGp3dlp6NDhaeUJrWVhSaExXMXRiQzF1YjJSbFBTSnRiaUlnZEhKaGJuTm1iM0p0UFNKMGNtRnVjMnhoZEdVb056UTVMQzB4TlRBcElITmpZV3hsS0RBdU56QTNLU0krUEhWelpTQmtZWFJoTFdNOUlqTXhJaUI0YkdsdWF6cG9jbVZtUFNJalRVcFlMVEkzTVMxVVJWZ3RUaTB6TVNJdlBqd3ZaejQ4TDJjK1BHY2daR0YwWVMxdGJXd3RibTlrWlQwaWJYVnVaR1Z5SWlCMGNtRnVjMlp2Y20wOUluUnlZVzV6YkdGMFpTZ3hORGsxTlM0M0xEQXBJajQ4WnlCa1lYUmhMVzF0YkMxdWIyUmxQU0p0YnlJZ2RISmhibk5tYjNKdFBTSjBjbUZ1YzJ4aGRHVW9NVEV4TVM0MUxEQXBJajQ4ZFhObElHUmhkR0V0WXowaU1qSXhNU0lnZUd4cGJtczZhSEpsWmowaUkwMUtXQzB5TnpFdFZFVllMVXhQTFRJeU1URWlMejQ4TDJjK1BHY2daR0YwWVMxdGJXd3RibTlrWlQwaVZHVllRWFJ2YlNJZ2RISmhibk5tYjNKdFBTSjBjbUZ1YzJ4aGRHVW9NQ3d0TVRFM05DNDVLU0J6WTJGc1pTZ3dMamN3TnlraUlHUmhkR0V0YldwNExYUmxlR05zWVhOelBTSlBVa1FpUGp4bklHUmhkR0V0Ylcxc0xXNXZaR1U5SW0xcElqNDhkWE5sSUdSaGRHRXRZejBpTVVRME5UY2lJSGhzYVc1ck9taHlaV1k5SWlOTlNsZ3RNamN4TFZSRldDMUpMVEZFTkRVM0lpOCtQQzluUGp4bklHUmhkR0V0Ylcxc0xXNXZaR1U5SW0xdklpQjBjbUZ1YzJadmNtMDlJblJ5WVc1emJHRjBaU2cwTVRJc01Da2lQangxYzJVZ1pHRjBZUzFqUFNJeU1qQTRJaUI0YkdsdWF6cG9jbVZtUFNJalRVcFlMVEkzTVMxVVJWZ3RUaTB5TWpBNElpOCtQQzluUGp4bklHUmhkR0V0Ylcxc0xXNXZaR1U5SW0xcElpQjBjbUZ1YzJadmNtMDlJblJ5WVc1emJHRjBaU2d4TURjNUxEQXBJajQ4ZFhObElHUmhkR0V0WXowaU1VUTBNMElpSUhoc2FXNXJPbWh5WldZOUlpTk5TbGd0TWpjeExWUkZXQzFKTFRGRU5ETkNJaTgrUEM5blBqeG5JR1JoZEdFdGJXMXNMVzV2WkdVOUltMTBaWGgwSWlCMGNtRnVjMlp2Y20wOUluUnlZVzV6YkdGMFpTZ3hPVFkzTERBcElqNDhkWE5sSUdSaGRHRXRZejBpTWtRaUlIaHNhVzVyT21oeVpXWTlJaU5OU2xndE1qY3hMVlJGV0MxT0xUSkVJaTgrUEM5blBqeG5JR1JoZEdFdGJXMXNMVzV2WkdVOUlsUmxXRUYwYjIwaUlHUmhkR0V0YldwNExYUmxlR05zWVhOelBTSlBVa1FpSUhSeVlXNXpabTl5YlQwaWRISmhibk5zWVhSbEtESXpNREFzTUNraVBqeG5JR1JoZEdFdGJXMXNMVzV2WkdVOUltMXBJajQ4ZFhObElHUmhkR0V0WXowaU5FVWlJSGhzYVc1ck9taHlaV1k5SWlOTlNsZ3RNamN4TFZSRldDMURMVFJGSWk4K1BIVnpaU0JrWVhSaExXTTlJakZFTkRVeUlpQjRiR2x1YXpwb2NtVm1QU0lqVFVwWUxUSTNNUzFVUlZndFF5MHhSRFExTWlJZ2RISmhibk5tYjNKdFBTSjBjbUZ1YzJ4aGRHVW9PREl3TERBcElpOCtQSFZ6WlNCa1lYUmhMV005SWpGRU5EVTBJaUI0YkdsdWF6cG9jbVZtUFNJalRVcFlMVEkzTVMxVVJWZ3RReTB4UkRRMU5DSWdkSEpoYm5ObWIzSnRQU0owY21GdWMyeGhkR1VvTVRJNE5pd3dLU0l2UGp3dlp6NDhMMmMrUEdjZ1pHRjBZUzF0Yld3dGJtOWtaVDBpYlc4aUlIUnlZVzV6Wm05eWJUMGlkSEpoYm5Oc1lYUmxLRFF3TmpNc01Da2lQangxYzJVZ1pHRjBZUzFqUFNJeU9DSWdlR3hwYm1zNmFISmxaajBpSTAxS1dDMHlOekV0VkVWWUxVNHRNamdpTHo0OEwyYytQR2NnWkdGMFlTMXRiV3d0Ym05a1pUMGliV2tpSUhSeVlXNXpabTl5YlQwaWRISmhibk5zWVhSbEtEUTBOVElzTUNraVBqeDFjMlVnWkdGMFlTMWpQU0l4UkRRMU5pSWdlR3hwYm1zNmFISmxaajBpSTAxS1dDMHlOekV0VkVWWUxVa3RNVVEwTlRZaUx6NDhMMmMrUEdjZ1pHRjBZUzF0Yld3dGJtOWtaVDBpYlc4aUlIUnlZVzV6Wm05eWJUMGlkSEpoYm5Oc1lYUmxLRFEzT1Rjc01Da2lQangxYzJVZ1pHRjBZUzFqUFNJeU9TSWdlR3hwYm1zNmFISmxaajBpSTAxS1dDMHlOekV0VkVWWUxVNHRNamtpTHo0OEwyYytQQzluUGp3dlp6NDhaeUJrWVhSaExXMXRiQzF1YjJSbFBTSnRhU0lnZEhKaGJuTm1iM0p0UFNKMGNtRnVjMnhoZEdVb01UZzNPRGt1TkN3d0tTSStQSFZ6WlNCa1lYUmhMV005SWpZMUlpQjRiR2x1YXpwb2NtVm1QU0lqVFVwWUxUSTNNUzFVUlZndFRpMDJOU0l2UGp4MWMyVWdaR0YwWVMxalBTSTNPQ0lnZUd4cGJtczZhSEpsWmowaUkwMUtXQzB5TnpFdFZFVllMVTR0TnpnaUlIUnlZVzV6Wm05eWJUMGlkSEpoYm5Oc1lYUmxLRFEwTkN3d0tTSXZQangxYzJVZ1pHRjBZUzFqUFNJM01DSWdlR3hwYm1zNmFISmxaajBpSTAxS1dDMHlOekV0VkVWWUxVNHROekFpSUhSeVlXNXpabTl5YlQwaWRISmhibk5zWVhSbEtEazNNaXd3S1NJdlBqd3ZaejQ4WnlCa1lYUmhMVzF0YkMxdWIyUmxQU0p0YnlJZ2RISmhibk5tYjNKdFBTSjBjbUZ1YzJ4aGRHVW9NakF6TVRjdU5Dd3dLU0krUEhWelpTQmtZWFJoTFdNOUlqSXdOakVpSUhoc2FXNXJPbWh5WldZOUlpTk5TbGd0TWpjeExWUkZXQzFPTFRJd05qRWlMejQ4TDJjK1BHY2daR0YwWVMxdGJXd3RibTlrWlQwaWJYTjFZaUlnZEhKaGJuTm1iM0p0UFNKMGNtRnVjMnhoZEdVb01qQTBPRFF1TVN3d0tTSStQR2NnWkdGMFlTMXRiV3d0Ym05a1pUMGliV2tpUGp4MWMyVWdaR0YwWVMxalBTSXhSRFExTUNJZ2VHeHBibXM2YUhKbFpqMGlJMDFLV0MweU56RXRWRVZZTFVrdE1VUTBOVEFpTHo0OEwyYytQR2NnWkdGMFlTMXRiV3d0Ym05a1pUMGlWR1ZZUVhSdmJTSWdkSEpoYm5ObWIzSnRQU0owY21GdWMyeGhkR1VvTkRZMkxDMHhOVEFwSUhOallXeGxLREF1TnpBM0tTSWdaR0YwWVMxdGFuZ3RkR1Y0WTJ4aGMzTTlJazlTUkNJK1BHY2daR0YwWVMxdGJXd3RibTlrWlQwaWJXa2lQangxYzJVZ1pHRjBZUzFqUFNJeFJEUTFOaUlnZUd4cGJtczZhSEpsWmowaUkwMUtXQzB5TnpFdFZFVllMVWt0TVVRME5UWWlMejQ4TDJjK1BHY2daR0YwWVMxdGJXd3RibTlrWlQwaWJXa2lJSFJ5WVc1elptOXliVDBpZEhKaGJuTnNZWFJsS0RNME5Td3dLU0krUEhWelpTQmtZWFJoTFdNOUlqRkVORFUzSWlCNGJHbHVhenBvY21WbVBTSWpUVXBZTFRJM01TMVVSVmd0U1MweFJEUTFOeUl2UGp3dlp6NDhMMmMrUEM5blBqeG5JR1JoZEdFdGJXMXNMVzV2WkdVOUltMXZJaUIwY21GdWMyWnZjbTA5SW5SeVlXNXpiR0YwWlNneU1UYzFOeTQyTERBcElqNDhkWE5sSUdSaGRHRXRZejBpTWtJaUlIaHNhVzVyT21oeVpXWTlJaU5OU2xndE1qY3hMVlJGV0MxT0xUSkNJaTgrUEM5blBqeG5JR1JoZEdFdGJXMXNMVzV2WkdVOUltMXpkV0lpSUhSeVlXNXpabTl5YlQwaWRISmhibk5zWVhSbEtESXlOelUzTGpnc01Da2lQanhuSUdSaGRHRXRiVzFzTFc1dlpHVTlJbTFwSWo0OGRYTmxJR1JoZEdFdFl6MGlNVVEwTmpRaUlIaHNhVzVyT21oeVpXWTlJaU5OU2xndE1qY3hMVlJGV0MxSkxURkVORFkwSWk4K1BDOW5QanhuSUdSaGRHRXRiVzFzTFc1dlpHVTlJbTF1SWlCMGNtRnVjMlp2Y20wOUluUnlZVzV6YkdGMFpTZzNORGtzTFRFMU1Da2djMk5oYkdVb01DNDNNRGNwSWo0OGRYTmxJR1JoZEdFdFl6MGlNeklpSUhoc2FXNXJPbWh5WldZOUlpTk5TbGd0TWpjeExWUkZXQzFPTFRNeUlpOCtQQzluUGp3dlp6NDhaeUJrWVhSaExXMXRiQzF1YjJSbFBTSnRkVzVrWlhJaUlIUnlZVzV6Wm05eWJUMGlkSEpoYm5Oc1lYUmxLREkwTURjM0xqRXNNQ2tpUGp4bklHUmhkR0V0Ylcxc0xXNXZaR1U5SW0xdklpQjBjbUZ1YzJadmNtMDlJblJ5WVc1emJHRjBaU2d4TVRZNUxqSXNNQ2tpUGp4MWMyVWdaR0YwWVMxalBTSXlNakV4SWlCNGJHbHVhenBvY21WbVBTSWpUVXBZTFRJM01TMVVSVmd0VEU4dE1qSXhNU0l2UGp3dlp6NDhaeUJrWVhSaExXMXRiQzF1YjJSbFBTSlVaVmhCZEc5dElpQjBjbUZ1YzJadmNtMDlJblJ5WVc1emJHRjBaU2d3TEMweE1UYzBMamtwSUhOallXeGxLREF1TnpBM0tTSWdaR0YwWVMxdGFuZ3RkR1Y0WTJ4aGMzTTlJazlTUkNJK1BHY2daR0YwWVMxdGJXd3RibTlrWlQwaWJXa2lQangxYzJVZ1pHRjBZUzFqUFNJeFJEUTFOeUlnZUd4cGJtczZhSEpsWmowaUkwMUtXQzB5TnpFdFZFVllMVWt0TVVRME5UY2lMejQ4TDJjK1BHY2daR0YwWVMxdGJXd3RibTlrWlQwaWJXOGlJSFJ5WVc1elptOXliVDBpZEhKaGJuTnNZWFJsS0RReE1pd3dLU0krUEhWelpTQmtZWFJoTFdNOUlqSXlNRGdpSUhoc2FXNXJPbWh5WldZOUlpTk5TbGd0TWpjeExWUkZXQzFPTFRJeU1EZ2lMejQ4TDJjK1BHY2daR0YwWVMxdGJXd3RibTlrWlQwaWJXa2lJSFJ5WVc1elptOXliVDBpZEhKaGJuTnNZWFJsS0RFd056a3NNQ2tpUGp4MWMyVWdaR0YwWVMxalBTSXhSRFEwTUNJZ2VHeHBibXM2YUhKbFpqMGlJMDFLV0MweU56RXRWRVZZTFVrdE1VUTBOREFpTHo0OEwyYytQR2NnWkdGMFlTMXRiV3d0Ym05a1pUMGliWFJsZUhRaUlIUnlZVzV6Wm05eWJUMGlkSEpoYm5Oc1lYUmxLREl4TXpBc01Da2lQangxYzJVZ1pHRjBZUzFqUFNJeVJDSWdlR3hwYm1zNmFISmxaajBpSTAxS1dDMHlOekV0VkVWWUxVNHRNa1FpTHo0OEwyYytQR2NnWkdGMFlTMXRiV3d0Ym05a1pUMGlWR1ZZUVhSdmJTSWdaR0YwWVMxdGFuZ3RkR1Y0WTJ4aGMzTTlJazlTUkNJZ2RISmhibk5tYjNKdFBTSjBjbUZ1YzJ4aGRHVW9NalEyTXl3d0tTSStQR2NnWkdGMFlTMXRiV3d0Ym05a1pUMGliV2tpUGp4MWMyVWdaR0YwWVMxalBTSTBSU0lnZUd4cGJtczZhSEpsWmowaUkwMUtXQzB5TnpFdFZFVllMVU10TkVVaUx6NDhkWE5sSUdSaGRHRXRZejBpTVVRME5USWlJSGhzYVc1ck9taHlaV1k5SWlOTlNsZ3RNamN4TFZSRldDMURMVEZFTkRVeUlpQjBjbUZ1YzJadmNtMDlJblJ5WVc1emJHRjBaU2c0TWpBc01Da2lMejQ4ZFhObElHUmhkR0V0WXowaU1VUTBOVFFpSUhoc2FXNXJPbWh5WldZOUlpTk5TbGd0TWpjeExWUkZXQzFETFRGRU5EVTBJaUIwY21GdWMyWnZjbTA5SW5SeVlXNXpiR0YwWlNneE1qZzJMREFwSWk4K1BDOW5Qand2Wno0OFp5QmtZWFJoTFcxdGJDMXViMlJsUFNKdGJ5SWdkSEpoYm5ObWIzSnRQU0owY21GdWMyeGhkR1VvTkRJeU5pd3dLU0krUEhWelpTQmtZWFJoTFdNOUlqSTRJaUI0YkdsdWF6cG9jbVZtUFNJalRVcFlMVEkzTVMxVVJWZ3RUaTB5T0NJdlBqd3ZaejQ4WnlCa1lYUmhMVzF0YkMxdWIyUmxQU0p0YVNJZ2RISmhibk5tYjNKdFBTSjBjbUZ1YzJ4aGRHVW9ORFl4TlN3d0tTSStQSFZ6WlNCa1lYUmhMV005SWpGRU5EVTJJaUI0YkdsdWF6cG9jbVZtUFNJalRVcFlMVEkzTVMxVVJWZ3RTUzB4UkRRMU5pSXZQand2Wno0OFp5QmtZWFJoTFcxdGJDMXViMlJsUFNKdGJ5SWdkSEpoYm5ObWIzSnRQU0owY21GdWMyeGhkR1VvTkRrMk1Dd3dLU0krUEhWelpTQmtZWFJoTFdNOUlqSTVJaUI0YkdsdWF6cG9jbVZtUFNJalRVcFlMVEkzTVMxVVJWZ3RUaTB5T1NJdlBqd3ZaejQ4TDJjK1BDOW5QanhuSUdSaGRHRXRiVzFzTFc1dlpHVTlJbTFwSWlCMGNtRnVjMlp2Y20wOUluUnlZVzV6YkdGMFpTZ3lPREF5Tml3d0tTSStQSFZ6WlNCa1lYUmhMV005SWpZMUlpQjRiR2x1YXpwb2NtVm1QU0lqVFVwWUxUSTNNUzFVUlZndFRpMDJOU0l2UGp4MWMyVWdaR0YwWVMxalBTSTNPQ0lnZUd4cGJtczZhSEpsWmowaUkwMUtXQzB5TnpFdFZFVllMVTR0TnpnaUlIUnlZVzV6Wm05eWJUMGlkSEpoYm5Oc1lYUmxLRFEwTkN3d0tTSXZQangxYzJVZ1pHRjBZUzFqUFNJM01DSWdlR3hwYm1zNmFISmxaajBpSTAxS1dDMHlOekV0VkVWWUxVNHROekFpSUhSeVlXNXpabTl5YlQwaWRISmhibk5zWVhSbEtEazNNaXd3S1NJdlBqd3ZaejQ4WnlCa1lYUmhMVzF0YkMxdWIyUmxQU0p0YnlJZ2RISmhibk5tYjNKdFBTSjBjbUZ1YzJ4aGRHVW9NamsxTlRRc01Da2lQangxYzJVZ1pHRjBZUzFqUFNJeU1EWXhJaUI0YkdsdWF6cG9jbVZtUFNJalRVcFlMVEkzTVMxVVJWZ3RUaTB5TURZeElpOCtQQzluUGp4bklHUmhkR0V0Ylcxc0xXNXZaR1U5SW0xemRXSWlJSFJ5WVc1elptOXliVDBpZEhKaGJuTnNZWFJsS0RJNU56SXdMamNzTUNraVBqeG5JR1JoZEdFdGJXMXNMVzV2WkdVOUltMXBJajQ4ZFhObElHUmhkR0V0WXowaU1VUTBOVEFpSUhoc2FXNXJPbWh5WldZOUlpTk5TbGd0TWpjeExWUkZXQzFKTFRGRU5EVXdJaTgrUEM5blBqeG5JR1JoZEdFdGJXMXNMVzV2WkdVOUlsUmxXRUYwYjIwaUlIUnlZVzV6Wm05eWJUMGlkSEpoYm5Oc1lYUmxLRFEyTml3dE1UVXdLU0J6WTJGc1pTZ3dMamN3TnlraUlHUmhkR0V0YldwNExYUmxlR05zWVhOelBTSlBVa1FpUGp4bklHUmhkR0V0Ylcxc0xXNXZaR1U5SW0xcElqNDhkWE5sSUdSaGRHRXRZejBpTVVRME5UWWlJSGhzYVc1ck9taHlaV1k5SWlOTlNsZ3RNamN4TFZSRldDMUpMVEZFTkRVMklpOCtQQzluUGp4bklHUmhkR0V0Ylcxc0xXNXZaR1U5SW0xcElpQjBjbUZ1YzJadmNtMDlJblJ5WVc1emJHRjBaU2d6TkRVc01Da2lQangxYzJVZ1pHRjBZUzFqUFNJeFJEUTFOeUlnZUd4cGJtczZhSEpsWmowaUkwMUtXQzB5TnpFdFZFVllMVWt0TVVRME5UY2lMejQ4TDJjK1BDOW5Qand2Wno0OFp5QmtZWFJoTFcxdGJDMXViMlJsUFNKdGJ5SWdkSEpoYm5ObWIzSnRQU0owY21GdWMyeGhkR1VvTXpBNU9UUXVNaXd3S1NJK1BIVnpaU0JrWVhSaExXTTlJakpDSWlCNGJHbHVhenBvY21WbVBTSWpUVXBZTFRJM01TMVVSVmd0VGkweVFpSXZQand2Wno0OFp5QmtZWFJoTFcxdGJDMXViMlJsUFNKdGMzVmlJaUIwY21GdWMyWnZjbTA5SW5SeVlXNXpiR0YwWlNnek1UazVOQzQwTERBcElqNDhaeUJrWVhSaExXMXRiQzF1YjJSbFBTSnRhU0krUEhWelpTQmtZWFJoTFdNOUlqRkVORFkwSWlCNGJHbHVhenBvY21WbVBTSWpUVXBZTFRJM01TMVVSVmd0U1MweFJEUTJOQ0l2UGp3dlp6NDhaeUJrWVhSaExXMXRiQzF1YjJSbFBTSnRiaUlnZEhKaGJuTm1iM0p0UFNKMGNtRnVjMnhoZEdVb056UTVMQzB4TlRBcElITmpZV3hsS0RBdU56QTNLU0krUEhWelpTQmtZWFJoTFdNOUlqTXpJaUI0YkdsdWF6cG9jbVZtUFNJalRVcFlMVEkzTVMxVVJWZ3RUaTB6TXlJdlBqd3ZaejQ4TDJjK1BHY2daR0YwWVMxdGJXd3RibTlrWlQwaWJYVnVaR1Z5SWlCMGNtRnVjMlp2Y20wOUluUnlZVzV6YkdGMFpTZ3pNek14TXk0M0xEQXBJajQ4WnlCa1lYUmhMVzF0YkMxdWIyUmxQU0p0YnlJZ2RISmhibk5tYjNKdFBTSjBjbUZ1YzJ4aGRHVW9NVEF6T0M0ekxEQXBJajQ4ZFhObElHUmhkR0V0WXowaU1qSXhNU0lnZUd4cGJtczZhSEpsWmowaUkwMUtXQzB5TnpFdFZFVllMVXhQTFRJeU1URWlMejQ4TDJjK1BHY2daR0YwWVMxdGJXd3RibTlrWlQwaVZHVllRWFJ2YlNJZ2RISmhibk5tYjNKdFBTSjBjbUZ1YzJ4aGRHVW9NQ3d0TVRFM05DNDVLU0J6WTJGc1pTZ3dMamN3TnlraUlHUmhkR0V0YldwNExYUmxlR05zWVhOelBTSlBVa1FpUGp4bklHUmhkR0V0Ylcxc0xXNXZaR1U5SW0xcElqNDhkWE5sSUdSaGRHRXRZejBpTVVRME5UY2lJSGhzYVc1ck9taHlaV1k5SWlOTlNsZ3RNamN4TFZSRldDMUpMVEZFTkRVM0lpOCtQQzluUGp4bklHUmhkR0V0Ylcxc0xXNXZaR1U5SW0xdklpQjBjbUZ1YzJadmNtMDlJblJ5WVc1emJHRjBaU2cwTVRJc01Da2lQangxYzJVZ1pHRjBZUzFqUFNJeU1qQTRJaUI0YkdsdWF6cG9jbVZtUFNJalRVcFlMVEkzTVMxVVJWZ3RUaTB5TWpBNElpOCtQQzluUGp4bklHUmhkR0V0Ylcxc0xXNXZaR1U5SW0xcElpQjBjbUZ1YzJadmNtMDlJblJ5WVc1emJHRjBaU2d4TURjNUxEQXBJajQ4ZFhObElHUmhkR0V0WXowaU1VUTBNMFlpSUhoc2FXNXJPbWh5WldZOUlpTk5TbGd0TWpjeExWUkZXQzFKTFRGRU5ETkdJaTgrUEM5blBqeG5JR1JoZEdFdGJXMXNMVzV2WkdVOUltMTBaWGgwSWlCMGNtRnVjMlp2Y20wOUluUnlZVzV6YkdGMFpTZ3hOell3TERBcElqNDhkWE5sSUdSaGRHRXRZejBpTWtRaUlIaHNhVzVyT21oeVpXWTlJaU5OU2xndE1qY3hMVlJGV0MxT0xUSkVJaTgrUEM5blBqeG5JR1JoZEdFdGJXMXNMVzV2WkdVOUlsUmxXRUYwYjIwaUlHUmhkR0V0YldwNExYUmxlR05zWVhOelBTSlBVa1FpSUhSeVlXNXpabTl5YlQwaWRISmhibk5zWVhSbEtESXdPVE1zTUNraVBqeG5JR1JoZEdFdGJXMXNMVzV2WkdVOUltMXBJajQ4ZFhObElHUmhkR0V0WXowaU5FVWlJSGhzYVc1ck9taHlaV1k5SWlOTlNsZ3RNamN4TFZSRldDMURMVFJGSWk4K1BIVnpaU0JrWVhSaExXTTlJakZFTkRVeUlpQjRiR2x1YXpwb2NtVm1QU0lqVFVwWUxUSTNNUzFVUlZndFF5MHhSRFExTWlJZ2RISmhibk5tYjNKdFBTSjBjbUZ1YzJ4aGRHVW9PREl3TERBcElpOCtQSFZ6WlNCa1lYUmhMV005SWpGRU5EVTBJaUI0YkdsdWF6cG9jbVZtUFNJalRVcFlMVEkzTVMxVVJWZ3RReTB4UkRRMU5DSWdkSEpoYm5ObWIzSnRQU0owY21GdWMyeGhkR1VvTVRJNE5pd3dLU0l2UGp3dlp6NDhMMmMrUEdjZ1pHRjBZUzF0Yld3dGJtOWtaVDBpYlc4aUlIUnlZVzV6Wm05eWJUMGlkSEpoYm5Oc1lYUmxLRE00TlRZc01Da2lQangxYzJVZ1pHRjBZUzFqUFNJeU9DSWdlR3hwYm1zNmFISmxaajBpSTAxS1dDMHlOekV0VkVWWUxVNHRNamdpTHo0OEwyYytQR2NnWkdGMFlTMXRiV3d0Ym05a1pUMGliV2tpSUhSeVlXNXpabTl5YlQwaWRISmhibk5zWVhSbEtEUXlORFVzTUNraVBqeDFjMlVnWkdGMFlTMWpQU0l4UkRRMU5pSWdlR3hwYm1zNmFISmxaajBpSTAxS1dDMHlOekV0VkVWWUxVa3RNVVEwTlRZaUx6NDhMMmMrUEdjZ1pHRjBZUzF0Yld3dGJtOWtaVDBpYlc4aUlIUnlZVzV6Wm05eWJUMGlkSEpoYm5Oc1lYUmxLRFExT1RBc01Da2lQangxYzJVZ1pHRjBZUzFqUFNJeU9TSWdlR3hwYm1zNmFISmxaajBpSTAxS1dDMHlOekV0VkVWWUxVNHRNamtpTHo0OEwyYytQQzluUGp3dlp6NDhaeUJrWVhSaExXMXRiQzF1YjJSbFBTSnRhU0lnZEhKaGJuTm1iM0p0UFNKMGNtRnVjMnhoZEdVb016Y3dNREVzTUNraVBqeDFjMlVnWkdGMFlTMWpQU0kyTlNJZ2VHeHBibXM2YUhKbFpqMGlJMDFLV0MweU56RXRWRVZZTFU0dE5qVWlMejQ4ZFhObElHUmhkR0V0WXowaU56Z2lJSGhzYVc1ck9taHlaV1k5SWlOTlNsZ3RNamN4TFZSRldDMU9MVGM0SWlCMGNtRnVjMlp2Y20wOUluUnlZVzV6YkdGMFpTZzBORFFzTUNraUx6NDhkWE5sSUdSaGRHRXRZejBpTnpBaUlIaHNhVzVyT21oeVpXWTlJaU5OU2xndE1qY3hMVlJGV0MxT0xUY3dJaUIwY21GdWMyWnZjbTA5SW5SeVlXNXpiR0YwWlNnNU56SXNNQ2tpTHo0OEwyYytQR2NnWkdGMFlTMXRiV3d0Ym05a1pUMGliVzhpSUhSeVlXNXpabTl5YlQwaWRISmhibk5zWVhSbEtETTROVEk1TERBcElqNDhkWE5sSUdSaGRHRXRZejBpTWpBMk1TSWdlR3hwYm1zNmFISmxaajBpSTAxS1dDMHlOekV0VkVWWUxVNHRNakEyTVNJdlBqd3ZaejQ4WnlCa1lYUmhMVzF0YkMxdWIyUmxQU0p0YzNWaUlpQjBjbUZ1YzJadmNtMDlJblJ5WVc1emJHRjBaU2d6T0RZNU5TNDNMREFwSWo0OFp5QmtZWFJoTFcxdGJDMXViMlJsUFNKdGFTSStQSFZ6WlNCa1lYUmhMV005SWpGRU5EVXdJaUI0YkdsdWF6cG9jbVZtUFNJalRVcFlMVEkzTVMxVVJWZ3RTUzB4UkRRMU1DSXZQand2Wno0OFp5QmtZWFJoTFcxdGJDMXViMlJsUFNKVVpWaEJkRzl0SWlCMGNtRnVjMlp2Y20wOUluUnlZVzV6YkdGMFpTZzBOallzTFRFMU1Da2djMk5oYkdVb01DNDNNRGNwSWlCa1lYUmhMVzFxZUMxMFpYaGpiR0Z6Y3owaVQxSkVJajQ4WnlCa1lYUmhMVzF0YkMxdWIyUmxQU0p0YVNJK1BIVnpaU0JrWVhSaExXTTlJakZFTkRVMklpQjRiR2x1YXpwb2NtVm1QU0lqVFVwWUxUSTNNUzFVUlZndFNTMHhSRFExTmlJdlBqd3ZaejQ4WnlCa1lYUmhMVzF0YkMxdWIyUmxQU0p0YVNJZ2RISmhibk5tYjNKdFBTSjBjbUZ1YzJ4aGRHVW9NelExTERBcElqNDhkWE5sSUdSaGRHRXRZejBpTVVRME5UY2lJSGhzYVc1ck9taHlaV1k5SWlOTlNsZ3RNamN4TFZSRldDMUpMVEZFTkRVM0lpOCtQQzluUGp3dlp6NDhMMmMrUEdjZ1pHRjBZUzF0Yld3dGJtOWtaVDBpYlc4aUlIUnlZVzV6Wm05eWJUMGlkSEpoYm5Oc1lYUmxLRE01TnpRM0xEQXBJajQ4ZFhObElHUmhkR0V0WXowaU1qa2lJSGhzYVc1ck9taHlaV1k5SWlOTlNsZ3RNamN4TFZSRldDMU9MVEk1SWk4K1BDOW5Qand2Wno0OEwyYytQQzl6ZG1jKyIsCgkiUmVhbFZpZXdTaXplSnNvbiIgOiAie1wiaGVpZ2h0XCI6NTQ5LFwid2lkdGhcIjo5MTc5fSIKfQo="/>
    </extobj>
  </extobjs>
</s:customData>
</file>

<file path=customXml/itemProps30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236</Words>
  <Application>WPS Presentation</Application>
  <PresentationFormat>Widescreen</PresentationFormat>
  <Paragraphs>28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3" baseType="lpstr">
      <vt:lpstr>Arial</vt:lpstr>
      <vt:lpstr>宋体</vt:lpstr>
      <vt:lpstr>Wingdings</vt:lpstr>
      <vt:lpstr>Calibri</vt:lpstr>
      <vt:lpstr>微软雅黑</vt:lpstr>
      <vt:lpstr>Arial Unicode MS</vt:lpstr>
      <vt:lpstr>Calibri Light</vt:lpstr>
      <vt:lpstr>Bahnschrift SemiBold Condensed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WPS_1710083965</cp:lastModifiedBy>
  <cp:revision>13</cp:revision>
  <dcterms:created xsi:type="dcterms:W3CDTF">2025-07-23T00:59:00Z</dcterms:created>
  <dcterms:modified xsi:type="dcterms:W3CDTF">2025-11-06T06:14:10Z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53D98EA922644B478A13410A32A3BB50_13</vt:lpwstr>
  </property>
  <property fmtid="{D5CDD505-2E9C-101B-9397-08002B2CF9AE}" pid="3" name="KSOProductBuildVer">
    <vt:lpwstr>1033-12.2.0.23155</vt:lpwstr>
  </property>
</Properties>
</file>